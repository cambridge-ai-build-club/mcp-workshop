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 id="2147483697" r:id="rId2"/>
  </p:sldMasterIdLst>
  <p:notesMasterIdLst>
    <p:notesMasterId r:id="rId38"/>
  </p:notesMasterIdLst>
  <p:sldIdLst>
    <p:sldId id="256" r:id="rId3"/>
    <p:sldId id="257" r:id="rId4"/>
    <p:sldId id="258" r:id="rId5"/>
    <p:sldId id="259" r:id="rId6"/>
    <p:sldId id="260" r:id="rId7"/>
    <p:sldId id="261" r:id="rId8"/>
    <p:sldId id="272" r:id="rId9"/>
    <p:sldId id="263" r:id="rId10"/>
    <p:sldId id="265" r:id="rId11"/>
    <p:sldId id="264" r:id="rId12"/>
    <p:sldId id="273" r:id="rId13"/>
    <p:sldId id="268" r:id="rId14"/>
    <p:sldId id="294" r:id="rId15"/>
    <p:sldId id="274" r:id="rId16"/>
    <p:sldId id="277" r:id="rId17"/>
    <p:sldId id="278" r:id="rId18"/>
    <p:sldId id="279" r:id="rId19"/>
    <p:sldId id="280" r:id="rId20"/>
    <p:sldId id="281" r:id="rId21"/>
    <p:sldId id="275" r:id="rId22"/>
    <p:sldId id="282" r:id="rId23"/>
    <p:sldId id="276" r:id="rId24"/>
    <p:sldId id="283" r:id="rId25"/>
    <p:sldId id="284" r:id="rId26"/>
    <p:sldId id="285" r:id="rId27"/>
    <p:sldId id="287" r:id="rId28"/>
    <p:sldId id="288" r:id="rId29"/>
    <p:sldId id="289" r:id="rId30"/>
    <p:sldId id="291" r:id="rId31"/>
    <p:sldId id="292" r:id="rId32"/>
    <p:sldId id="293" r:id="rId33"/>
    <p:sldId id="290" r:id="rId34"/>
    <p:sldId id="286" r:id="rId35"/>
    <p:sldId id="269" r:id="rId36"/>
    <p:sldId id="270" r:id="rId37"/>
  </p:sldIdLst>
  <p:sldSz cx="9144000" cy="5143500" type="screen16x9"/>
  <p:notesSz cx="6858000" cy="9144000"/>
  <p:embeddedFontLst>
    <p:embeddedFont>
      <p:font typeface="FiraCode Nerd Font" panose="02000009000000000000" pitchFamily="50" charset="0"/>
      <p:regular r:id="rId39"/>
      <p:bold r:id="rId40"/>
    </p:embeddedFont>
    <p:embeddedFont>
      <p:font typeface="Helvetica Neue" panose="02010600030101010101" charset="0"/>
      <p:regular r:id="rId41"/>
      <p:bold r:id="rId42"/>
      <p:italic r:id="rId43"/>
      <p:boldItalic r:id="rId44"/>
    </p:embeddedFont>
    <p:embeddedFont>
      <p:font typeface="Lora" pitchFamily="2" charset="0"/>
      <p:regular r:id="rId45"/>
      <p:bold r:id="rId46"/>
      <p:italic r:id="rId47"/>
      <p:boldItalic r:id="rId48"/>
    </p:embeddedFont>
    <p:embeddedFont>
      <p:font typeface="Lora Medium" pitchFamily="2" charset="0"/>
      <p:regular r:id="rId49"/>
      <p:bold r:id="rId50"/>
      <p:italic r:id="rId51"/>
      <p:boldItalic r:id="rId52"/>
    </p:embeddedFont>
    <p:embeddedFont>
      <p:font typeface="Lora SemiBold" panose="02010600030101010101" charset="0"/>
      <p:regular r:id="rId53"/>
      <p:bold r:id="rId54"/>
      <p:italic r:id="rId55"/>
      <p:boldItalic r:id="rId56"/>
    </p:embeddedFont>
    <p:embeddedFont>
      <p:font typeface="Montserrat" panose="00000500000000000000" pitchFamily="2" charset="0"/>
      <p:regular r:id="rId57"/>
      <p:bold r:id="rId58"/>
      <p:italic r:id="rId59"/>
      <p:boldItalic r:id="rId60"/>
    </p:embeddedFont>
    <p:embeddedFont>
      <p:font typeface="Montserrat Medium" panose="00000600000000000000" pitchFamily="2" charset="0"/>
      <p:regular r:id="rId61"/>
      <p:bold r:id="rId62"/>
      <p:italic r:id="rId63"/>
      <p:boldItalic r:id="rId64"/>
    </p:embeddedFont>
    <p:embeddedFont>
      <p:font typeface="Poppins" panose="00000500000000000000" pitchFamily="2" charset="0"/>
      <p:regular r:id="rId65"/>
      <p:bold r:id="rId66"/>
      <p:italic r:id="rId67"/>
      <p:boldItalic r:id="rId68"/>
    </p:embeddedFont>
    <p:embeddedFont>
      <p:font typeface="Poppins Medium" panose="00000600000000000000" pitchFamily="2" charset="0"/>
      <p:regular r:id="rId69"/>
      <p:bold r:id="rId70"/>
      <p:italic r:id="rId71"/>
      <p:boldItalic r:id="rId72"/>
    </p:embeddedFont>
    <p:embeddedFont>
      <p:font typeface="Poppins SemiBold" panose="00000700000000000000" pitchFamily="2" charset="0"/>
      <p:regular r:id="rId73"/>
      <p:bold r:id="rId74"/>
      <p:italic r:id="rId75"/>
      <p:boldItalic r:id="rId76"/>
    </p:embeddedFont>
    <p:embeddedFont>
      <p:font typeface="Times" panose="02020603050405020304" pitchFamily="18"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8"/>
    <p:restoredTop sz="94620"/>
  </p:normalViewPr>
  <p:slideViewPr>
    <p:cSldViewPr snapToGrid="0">
      <p:cViewPr varScale="1">
        <p:scale>
          <a:sx n="113" d="100"/>
          <a:sy n="113" d="100"/>
        </p:scale>
        <p:origin x="92" y="188"/>
      </p:cViewPr>
      <p:guideLst>
        <p:guide orient="horz" pos="1620"/>
        <p:guide pos="2880"/>
      </p:guideLst>
    </p:cSldViewPr>
  </p:slideViewPr>
  <p:outlineViewPr>
    <p:cViewPr>
      <p:scale>
        <a:sx n="33" d="100"/>
        <a:sy n="33" d="100"/>
      </p:scale>
      <p:origin x="0" y="-714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font" Target="fonts/font4.fntdata"/><Relationship Id="rId47" Type="http://schemas.openxmlformats.org/officeDocument/2006/relationships/font" Target="fonts/font9.fntdata"/><Relationship Id="rId63" Type="http://schemas.openxmlformats.org/officeDocument/2006/relationships/font" Target="fonts/font25.fntdata"/><Relationship Id="rId68" Type="http://schemas.openxmlformats.org/officeDocument/2006/relationships/font" Target="fonts/font30.fntdata"/><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font" Target="fonts/font15.fntdata"/><Relationship Id="rId58" Type="http://schemas.openxmlformats.org/officeDocument/2006/relationships/font" Target="fonts/font20.fntdata"/><Relationship Id="rId74" Type="http://schemas.openxmlformats.org/officeDocument/2006/relationships/font" Target="fonts/font36.fntdata"/><Relationship Id="rId79" Type="http://schemas.openxmlformats.org/officeDocument/2006/relationships/font" Target="fonts/font41.fntdata"/><Relationship Id="rId5" Type="http://schemas.openxmlformats.org/officeDocument/2006/relationships/slide" Target="slides/slide3.xml"/><Relationship Id="rId61" Type="http://schemas.openxmlformats.org/officeDocument/2006/relationships/font" Target="fonts/font23.fntdata"/><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openxmlformats.org/officeDocument/2006/relationships/font" Target="fonts/font26.fntdata"/><Relationship Id="rId69" Type="http://schemas.openxmlformats.org/officeDocument/2006/relationships/font" Target="fonts/font31.fntdata"/><Relationship Id="rId77" Type="http://schemas.openxmlformats.org/officeDocument/2006/relationships/font" Target="fonts/font39.fntdata"/><Relationship Id="rId8" Type="http://schemas.openxmlformats.org/officeDocument/2006/relationships/slide" Target="slides/slide6.xml"/><Relationship Id="rId51" Type="http://schemas.openxmlformats.org/officeDocument/2006/relationships/font" Target="fonts/font13.fntdata"/><Relationship Id="rId72" Type="http://schemas.openxmlformats.org/officeDocument/2006/relationships/font" Target="fonts/font34.fntdata"/><Relationship Id="rId80" Type="http://schemas.openxmlformats.org/officeDocument/2006/relationships/font" Target="fonts/font4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font" Target="fonts/font21.fntdata"/><Relationship Id="rId67" Type="http://schemas.openxmlformats.org/officeDocument/2006/relationships/font" Target="fonts/font29.fntdata"/><Relationship Id="rId20" Type="http://schemas.openxmlformats.org/officeDocument/2006/relationships/slide" Target="slides/slide18.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font" Target="fonts/font24.fntdata"/><Relationship Id="rId70" Type="http://schemas.openxmlformats.org/officeDocument/2006/relationships/font" Target="fonts/font32.fntdata"/><Relationship Id="rId75" Type="http://schemas.openxmlformats.org/officeDocument/2006/relationships/font" Target="fonts/font37.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font" Target="fonts/font22.fntdata"/><Relationship Id="rId65" Type="http://schemas.openxmlformats.org/officeDocument/2006/relationships/font" Target="fonts/font27.fntdata"/><Relationship Id="rId73" Type="http://schemas.openxmlformats.org/officeDocument/2006/relationships/font" Target="fonts/font35.fntdata"/><Relationship Id="rId78" Type="http://schemas.openxmlformats.org/officeDocument/2006/relationships/font" Target="fonts/font40.fntdata"/><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1.fntdata"/><Relationship Id="rId34" Type="http://schemas.openxmlformats.org/officeDocument/2006/relationships/slide" Target="slides/slide32.xml"/><Relationship Id="rId50" Type="http://schemas.openxmlformats.org/officeDocument/2006/relationships/font" Target="fonts/font12.fntdata"/><Relationship Id="rId55" Type="http://schemas.openxmlformats.org/officeDocument/2006/relationships/font" Target="fonts/font17.fntdata"/><Relationship Id="rId76" Type="http://schemas.openxmlformats.org/officeDocument/2006/relationships/font" Target="fonts/font38.fntdata"/><Relationship Id="rId7" Type="http://schemas.openxmlformats.org/officeDocument/2006/relationships/slide" Target="slides/slide5.xml"/><Relationship Id="rId71" Type="http://schemas.openxmlformats.org/officeDocument/2006/relationships/font" Target="fonts/font33.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font" Target="fonts/font2.fntdata"/><Relationship Id="rId45" Type="http://schemas.openxmlformats.org/officeDocument/2006/relationships/font" Target="fonts/font7.fntdata"/><Relationship Id="rId66" Type="http://schemas.openxmlformats.org/officeDocument/2006/relationships/font" Target="fonts/font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7fef08c60c_1_0:notes"/>
          <p:cNvSpPr>
            <a:spLocks noGrp="1" noRot="1" noChangeAspect="1"/>
          </p:cNvSpPr>
          <p:nvPr>
            <p:ph type="sldImg" idx="2"/>
          </p:nvPr>
        </p:nvSpPr>
        <p:spPr>
          <a:xfrm>
            <a:off x="381395" y="685800"/>
            <a:ext cx="6095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g37fef08c60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7883d59e1c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7883d59e1c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7b2ba897a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7b2ba897a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Anthropic is </a:t>
            </a:r>
            <a:r>
              <a:rPr lang="en-GB" dirty="0"/>
              <a:t>an AI research company that develops AI systems like the large language model Claude and there mission is </a:t>
            </a:r>
            <a:r>
              <a:rPr lang="en-GB" sz="1100" b="0" i="0" u="none" strike="noStrike" cap="none" dirty="0">
                <a:solidFill>
                  <a:srgbClr val="000000"/>
                </a:solidFill>
                <a:effectLst/>
                <a:latin typeface="Arial"/>
                <a:ea typeface="Arial"/>
                <a:cs typeface="Arial"/>
                <a:sym typeface="Arial"/>
              </a:rPr>
              <a:t>to build AI that is reliable, interpretable, and beneficial to humanity.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63f0037df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63f0037df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They want to build an AI that can help people think not just an assistant.</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7b2ba897ad_0_20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7b2ba897ad_0_20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That’s why they built Claude which can provides the cognitive power to take on harder problems.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63d73e4db8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363d73e4db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 Claude Builder Club at the University of Cambridge, we’re going to give opportunities for students to learn and build something with Claude. (Explain benefits, events)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8afeafc7c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8afeafc7c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63d73e4db8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63d73e4db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63debc7472_0_1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63debc7472_0_1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749fcfd9c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749fcfd9c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BC2ADA29-5B83-9B5E-C492-B6036DD2D354}"/>
            </a:ext>
          </a:extLst>
        </p:cNvPr>
        <p:cNvGrpSpPr/>
        <p:nvPr/>
      </p:nvGrpSpPr>
      <p:grpSpPr>
        <a:xfrm>
          <a:off x="0" y="0"/>
          <a:ext cx="0" cy="0"/>
          <a:chOff x="0" y="0"/>
          <a:chExt cx="0" cy="0"/>
        </a:xfrm>
      </p:grpSpPr>
      <p:sp>
        <p:nvSpPr>
          <p:cNvPr id="472" name="Google Shape;472;g363debc7472_0_1843:notes">
            <a:extLst>
              <a:ext uri="{FF2B5EF4-FFF2-40B4-BE49-F238E27FC236}">
                <a16:creationId xmlns:a16="http://schemas.microsoft.com/office/drawing/2014/main" id="{32E4F576-7C90-2073-C30C-F673B402CE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63debc7472_0_1843:notes">
            <a:extLst>
              <a:ext uri="{FF2B5EF4-FFF2-40B4-BE49-F238E27FC236}">
                <a16:creationId xmlns:a16="http://schemas.microsoft.com/office/drawing/2014/main" id="{D67EF385-9C3F-31F5-2B66-FEB4EDBF0F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7365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8c2a25d264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8c2a25d264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a:extLst>
            <a:ext uri="{FF2B5EF4-FFF2-40B4-BE49-F238E27FC236}">
              <a16:creationId xmlns:a16="http://schemas.microsoft.com/office/drawing/2014/main" id="{D9F9E720-2249-F4B7-09EB-CD5C66318734}"/>
            </a:ext>
          </a:extLst>
        </p:cNvPr>
        <p:cNvGrpSpPr/>
        <p:nvPr/>
      </p:nvGrpSpPr>
      <p:grpSpPr>
        <a:xfrm>
          <a:off x="0" y="0"/>
          <a:ext cx="0" cy="0"/>
          <a:chOff x="0" y="0"/>
          <a:chExt cx="0" cy="0"/>
        </a:xfrm>
      </p:grpSpPr>
      <p:sp>
        <p:nvSpPr>
          <p:cNvPr id="457" name="Google Shape;457;g363d73e4db8_0_67:notes">
            <a:extLst>
              <a:ext uri="{FF2B5EF4-FFF2-40B4-BE49-F238E27FC236}">
                <a16:creationId xmlns:a16="http://schemas.microsoft.com/office/drawing/2014/main" id="{52138B05-8C50-8B1B-6C69-B1B1265716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63d73e4db8_0_67:notes">
            <a:extLst>
              <a:ext uri="{FF2B5EF4-FFF2-40B4-BE49-F238E27FC236}">
                <a16:creationId xmlns:a16="http://schemas.microsoft.com/office/drawing/2014/main" id="{C2EA54E0-C63C-AA1A-E03D-2217CF5731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7726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323F614E-DEC0-2E95-8F78-35A6AFA79318}"/>
            </a:ext>
          </a:extLst>
        </p:cNvPr>
        <p:cNvGrpSpPr/>
        <p:nvPr/>
      </p:nvGrpSpPr>
      <p:grpSpPr>
        <a:xfrm>
          <a:off x="0" y="0"/>
          <a:ext cx="0" cy="0"/>
          <a:chOff x="0" y="0"/>
          <a:chExt cx="0" cy="0"/>
        </a:xfrm>
      </p:grpSpPr>
      <p:sp>
        <p:nvSpPr>
          <p:cNvPr id="472" name="Google Shape;472;g363debc7472_0_1843:notes">
            <a:extLst>
              <a:ext uri="{FF2B5EF4-FFF2-40B4-BE49-F238E27FC236}">
                <a16:creationId xmlns:a16="http://schemas.microsoft.com/office/drawing/2014/main" id="{54389EE7-9E2B-3014-76B0-D0B594490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63debc7472_0_1843:notes">
            <a:extLst>
              <a:ext uri="{FF2B5EF4-FFF2-40B4-BE49-F238E27FC236}">
                <a16:creationId xmlns:a16="http://schemas.microsoft.com/office/drawing/2014/main" id="{BDA6D41F-F065-BFCF-5AB9-AA8890248E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4595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BD751CD1-511A-AE75-8173-74CF08A4172D}"/>
            </a:ext>
          </a:extLst>
        </p:cNvPr>
        <p:cNvGrpSpPr/>
        <p:nvPr/>
      </p:nvGrpSpPr>
      <p:grpSpPr>
        <a:xfrm>
          <a:off x="0" y="0"/>
          <a:ext cx="0" cy="0"/>
          <a:chOff x="0" y="0"/>
          <a:chExt cx="0" cy="0"/>
        </a:xfrm>
      </p:grpSpPr>
      <p:sp>
        <p:nvSpPr>
          <p:cNvPr id="472" name="Google Shape;472;g363debc7472_0_1843:notes">
            <a:extLst>
              <a:ext uri="{FF2B5EF4-FFF2-40B4-BE49-F238E27FC236}">
                <a16:creationId xmlns:a16="http://schemas.microsoft.com/office/drawing/2014/main" id="{29394A9D-C925-C774-8E0B-6CE855BE45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63debc7472_0_1843:notes">
            <a:extLst>
              <a:ext uri="{FF2B5EF4-FFF2-40B4-BE49-F238E27FC236}">
                <a16:creationId xmlns:a16="http://schemas.microsoft.com/office/drawing/2014/main" id="{71F01B7E-8747-78C8-3CFC-2F72EFDA5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2899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a:extLst>
            <a:ext uri="{FF2B5EF4-FFF2-40B4-BE49-F238E27FC236}">
              <a16:creationId xmlns:a16="http://schemas.microsoft.com/office/drawing/2014/main" id="{5E033D03-896A-ED34-11EB-FA99008C093A}"/>
            </a:ext>
          </a:extLst>
        </p:cNvPr>
        <p:cNvGrpSpPr/>
        <p:nvPr/>
      </p:nvGrpSpPr>
      <p:grpSpPr>
        <a:xfrm>
          <a:off x="0" y="0"/>
          <a:ext cx="0" cy="0"/>
          <a:chOff x="0" y="0"/>
          <a:chExt cx="0" cy="0"/>
        </a:xfrm>
      </p:grpSpPr>
      <p:sp>
        <p:nvSpPr>
          <p:cNvPr id="500" name="Google Shape;500;g38c2a25d264_0_131:notes">
            <a:extLst>
              <a:ext uri="{FF2B5EF4-FFF2-40B4-BE49-F238E27FC236}">
                <a16:creationId xmlns:a16="http://schemas.microsoft.com/office/drawing/2014/main" id="{F8741922-38FC-027D-1043-A55145281D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8c2a25d264_0_131:notes">
            <a:extLst>
              <a:ext uri="{FF2B5EF4-FFF2-40B4-BE49-F238E27FC236}">
                <a16:creationId xmlns:a16="http://schemas.microsoft.com/office/drawing/2014/main" id="{99BE0CA4-FED3-2427-A789-16EB49865B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3817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a:extLst>
            <a:ext uri="{FF2B5EF4-FFF2-40B4-BE49-F238E27FC236}">
              <a16:creationId xmlns:a16="http://schemas.microsoft.com/office/drawing/2014/main" id="{4276086A-455C-3B34-429F-3535A049AB12}"/>
            </a:ext>
          </a:extLst>
        </p:cNvPr>
        <p:cNvGrpSpPr/>
        <p:nvPr/>
      </p:nvGrpSpPr>
      <p:grpSpPr>
        <a:xfrm>
          <a:off x="0" y="0"/>
          <a:ext cx="0" cy="0"/>
          <a:chOff x="0" y="0"/>
          <a:chExt cx="0" cy="0"/>
        </a:xfrm>
      </p:grpSpPr>
      <p:sp>
        <p:nvSpPr>
          <p:cNvPr id="500" name="Google Shape;500;g38c2a25d264_0_131:notes">
            <a:extLst>
              <a:ext uri="{FF2B5EF4-FFF2-40B4-BE49-F238E27FC236}">
                <a16:creationId xmlns:a16="http://schemas.microsoft.com/office/drawing/2014/main" id="{B6452E3E-5F37-7B7C-BFE8-E5F8DE8D0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8c2a25d264_0_131:notes">
            <a:extLst>
              <a:ext uri="{FF2B5EF4-FFF2-40B4-BE49-F238E27FC236}">
                <a16:creationId xmlns:a16="http://schemas.microsoft.com/office/drawing/2014/main" id="{F5720032-2B28-9B18-146B-B8CF2BA1D3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0562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63d73e4db8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63d73e4db8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edbbcd2369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edbbcd2369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1: Title and body ">
  <p:cSld name="TITLE_AND_BODY_3">
    <p:spTree>
      <p:nvGrpSpPr>
        <p:cNvPr id="1" name="Shape 20"/>
        <p:cNvGrpSpPr/>
        <p:nvPr/>
      </p:nvGrpSpPr>
      <p:grpSpPr>
        <a:xfrm>
          <a:off x="0" y="0"/>
          <a:ext cx="0" cy="0"/>
          <a:chOff x="0" y="0"/>
          <a:chExt cx="0" cy="0"/>
        </a:xfrm>
      </p:grpSpPr>
      <p:sp>
        <p:nvSpPr>
          <p:cNvPr id="21" name="Google Shape;21;p2"/>
          <p:cNvSpPr txBox="1">
            <a:spLocks noGrp="1"/>
          </p:cNvSpPr>
          <p:nvPr>
            <p:ph type="title"/>
          </p:nvPr>
        </p:nvSpPr>
        <p:spPr>
          <a:xfrm>
            <a:off x="455775" y="457206"/>
            <a:ext cx="6831900" cy="8082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2"/>
          <p:cNvSpPr txBox="1">
            <a:spLocks noGrp="1"/>
          </p:cNvSpPr>
          <p:nvPr>
            <p:ph type="body" idx="1"/>
          </p:nvPr>
        </p:nvSpPr>
        <p:spPr>
          <a:xfrm>
            <a:off x="455775" y="1371605"/>
            <a:ext cx="6831900" cy="2973000"/>
          </a:xfrm>
          <a:prstGeom prst="rect">
            <a:avLst/>
          </a:prstGeom>
        </p:spPr>
        <p:txBody>
          <a:bodyPr spcFirstLastPara="1" wrap="square" lIns="0" tIns="0" rIns="0" bIns="0" anchor="t" anchorCtr="0">
            <a:noAutofit/>
          </a:bodyPr>
          <a:lstStyle>
            <a:lvl1pPr marL="457200" lvl="0" indent="-317500">
              <a:lnSpc>
                <a:spcPct val="115000"/>
              </a:lnSpc>
              <a:spcBef>
                <a:spcPts val="0"/>
              </a:spcBef>
              <a:spcAft>
                <a:spcPts val="0"/>
              </a:spcAft>
              <a:buSzPts val="1400"/>
              <a:buFont typeface="Lora"/>
              <a:buChar char="●"/>
              <a:defRPr>
                <a:solidFill>
                  <a:schemeClr val="dk1"/>
                </a:solidFill>
                <a:latin typeface="Lora"/>
                <a:ea typeface="Lora"/>
                <a:cs typeface="Lora"/>
                <a:sym typeface="Lora"/>
              </a:defRPr>
            </a:lvl1pPr>
            <a:lvl2pPr marL="914400" lvl="1" indent="-304800">
              <a:lnSpc>
                <a:spcPct val="115000"/>
              </a:lnSpc>
              <a:spcBef>
                <a:spcPts val="1000"/>
              </a:spcBef>
              <a:spcAft>
                <a:spcPts val="0"/>
              </a:spcAft>
              <a:buSzPts val="1200"/>
              <a:buFont typeface="Lora"/>
              <a:buChar char="○"/>
              <a:defRPr>
                <a:solidFill>
                  <a:schemeClr val="dk1"/>
                </a:solidFill>
                <a:latin typeface="Lora"/>
                <a:ea typeface="Lora"/>
                <a:cs typeface="Lora"/>
                <a:sym typeface="Lora"/>
              </a:defRPr>
            </a:lvl2pPr>
            <a:lvl3pPr marL="1371600" lvl="2" indent="-2921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3pPr>
            <a:lvl4pPr marL="1828800" lvl="3" indent="-2921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4pPr>
            <a:lvl5pPr marL="2286000" lvl="4" indent="-2921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5pPr>
            <a:lvl6pPr marL="2743200" lvl="5" indent="-2921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6pPr>
            <a:lvl7pPr marL="3200400" lvl="6" indent="-2921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7pPr>
            <a:lvl8pPr marL="3657600" lvl="7" indent="-292100">
              <a:lnSpc>
                <a:spcPct val="115000"/>
              </a:lnSpc>
              <a:spcBef>
                <a:spcPts val="1000"/>
              </a:spcBef>
              <a:spcAft>
                <a:spcPts val="0"/>
              </a:spcAft>
              <a:buSzPts val="1000"/>
              <a:buFont typeface="Lora"/>
              <a:buChar char="○"/>
              <a:defRPr sz="1000">
                <a:solidFill>
                  <a:schemeClr val="dk1"/>
                </a:solidFill>
                <a:latin typeface="Lora"/>
                <a:ea typeface="Lora"/>
                <a:cs typeface="Lora"/>
                <a:sym typeface="Lora"/>
              </a:defRPr>
            </a:lvl8pPr>
            <a:lvl9pPr marL="4114800" lvl="8" indent="-292100">
              <a:lnSpc>
                <a:spcPct val="115000"/>
              </a:lnSpc>
              <a:spcBef>
                <a:spcPts val="1000"/>
              </a:spcBef>
              <a:spcAft>
                <a:spcPts val="1000"/>
              </a:spcAft>
              <a:buSzPts val="1000"/>
              <a:buFont typeface="Lora"/>
              <a:buChar char="■"/>
              <a:defRPr sz="1000">
                <a:solidFill>
                  <a:schemeClr val="dk1"/>
                </a:solidFill>
                <a:latin typeface="Lora"/>
                <a:ea typeface="Lora"/>
                <a:cs typeface="Lora"/>
                <a:sym typeface="Lora"/>
              </a:defRPr>
            </a:lvl9pPr>
          </a:lstStyle>
          <a:p>
            <a:endParaRPr/>
          </a:p>
        </p:txBody>
      </p:sp>
      <p:sp>
        <p:nvSpPr>
          <p:cNvPr id="23" name="Google Shape;23;p2"/>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3: Internal instruction">
  <p:cSld name="TITLE_AND_BODY_2">
    <p:bg>
      <p:bgPr>
        <a:solidFill>
          <a:schemeClr val="lt1"/>
        </a:solidFill>
        <a:effectLst/>
      </p:bgPr>
    </p:bg>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455775" y="686800"/>
            <a:ext cx="8238000" cy="5442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3"/>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3"/>
          <p:cNvSpPr/>
          <p:nvPr/>
        </p:nvSpPr>
        <p:spPr>
          <a:xfrm>
            <a:off x="2775" y="0"/>
            <a:ext cx="4576500" cy="457200"/>
          </a:xfrm>
          <a:prstGeom prst="rect">
            <a:avLst/>
          </a:prstGeom>
          <a:solidFill>
            <a:srgbClr val="FFFF00"/>
          </a:solidFill>
          <a:ln>
            <a:noFill/>
          </a:ln>
        </p:spPr>
        <p:txBody>
          <a:bodyPr spcFirstLastPara="1" wrap="square" lIns="457350" tIns="91450" rIns="91450" bIns="91450" anchor="ctr" anchorCtr="0">
            <a:noAutofit/>
          </a:bodyPr>
          <a:lstStyle/>
          <a:p>
            <a:pPr marL="0" lvl="0" indent="0" algn="l" rtl="0">
              <a:spcBef>
                <a:spcPts val="0"/>
              </a:spcBef>
              <a:spcAft>
                <a:spcPts val="0"/>
              </a:spcAft>
              <a:buNone/>
            </a:pPr>
            <a:r>
              <a:rPr lang="en" sz="1200">
                <a:solidFill>
                  <a:schemeClr val="dk1"/>
                </a:solidFill>
                <a:latin typeface="Poppins Medium"/>
                <a:ea typeface="Poppins Medium"/>
                <a:cs typeface="Poppins Medium"/>
                <a:sym typeface="Poppins Medium"/>
              </a:rPr>
              <a:t>INSTRUCTIONAL SLIDE</a:t>
            </a:r>
            <a:endParaRPr sz="1200">
              <a:solidFill>
                <a:schemeClr val="dk1"/>
              </a:solidFill>
              <a:latin typeface="Poppins Medium"/>
              <a:ea typeface="Poppins Medium"/>
              <a:cs typeface="Poppins Medium"/>
              <a:sym typeface="Poppins Medium"/>
            </a:endParaRPr>
          </a:p>
        </p:txBody>
      </p:sp>
      <p:sp>
        <p:nvSpPr>
          <p:cNvPr id="28" name="Google Shape;28;p3"/>
          <p:cNvSpPr txBox="1">
            <a:spLocks noGrp="1"/>
          </p:cNvSpPr>
          <p:nvPr>
            <p:ph type="body" idx="1"/>
          </p:nvPr>
        </p:nvSpPr>
        <p:spPr>
          <a:xfrm>
            <a:off x="455775" y="1371600"/>
            <a:ext cx="8229600" cy="29733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29" name="Google Shape;29;p3"/>
          <p:cNvSpPr/>
          <p:nvPr/>
        </p:nvSpPr>
        <p:spPr>
          <a:xfrm>
            <a:off x="4579275" y="0"/>
            <a:ext cx="4576500" cy="457200"/>
          </a:xfrm>
          <a:prstGeom prst="rect">
            <a:avLst/>
          </a:prstGeom>
          <a:solidFill>
            <a:srgbClr val="FFFF00"/>
          </a:solidFill>
          <a:ln>
            <a:noFill/>
          </a:ln>
        </p:spPr>
        <p:txBody>
          <a:bodyPr spcFirstLastPara="1" wrap="square" lIns="91450" tIns="91450" rIns="457350" bIns="91450" anchor="ctr" anchorCtr="0">
            <a:noAutofit/>
          </a:bodyPr>
          <a:lstStyle/>
          <a:p>
            <a:pPr marL="457200" lvl="0" indent="0" algn="r" rtl="0">
              <a:spcBef>
                <a:spcPts val="0"/>
              </a:spcBef>
              <a:spcAft>
                <a:spcPts val="0"/>
              </a:spcAft>
              <a:buNone/>
            </a:pPr>
            <a:endParaRPr sz="1200">
              <a:solidFill>
                <a:schemeClr val="dk1"/>
              </a:solidFill>
              <a:latin typeface="Poppins Medium"/>
              <a:ea typeface="Poppins Medium"/>
              <a:cs typeface="Poppins Medium"/>
              <a:sym typeface="Poppins Mediu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2: Agenda">
  <p:cSld name="TITLE_AND_BODY_1_1">
    <p:bg>
      <p:bgPr>
        <a:solidFill>
          <a:schemeClr val="lt2"/>
        </a:solidFill>
        <a:effectLst/>
      </p:bgPr>
    </p:bg>
    <p:spTree>
      <p:nvGrpSpPr>
        <p:cNvPr id="1" name="Shape 30"/>
        <p:cNvGrpSpPr/>
        <p:nvPr/>
      </p:nvGrpSpPr>
      <p:grpSpPr>
        <a:xfrm>
          <a:off x="0" y="0"/>
          <a:ext cx="0" cy="0"/>
          <a:chOff x="0" y="0"/>
          <a:chExt cx="0" cy="0"/>
        </a:xfrm>
      </p:grpSpPr>
      <p:sp>
        <p:nvSpPr>
          <p:cNvPr id="31" name="Google Shape;31;p4"/>
          <p:cNvSpPr txBox="1">
            <a:spLocks noGrp="1"/>
          </p:cNvSpPr>
          <p:nvPr>
            <p:ph type="body" idx="1"/>
          </p:nvPr>
        </p:nvSpPr>
        <p:spPr>
          <a:xfrm>
            <a:off x="3254975" y="457206"/>
            <a:ext cx="5431800" cy="3887700"/>
          </a:xfrm>
          <a:prstGeom prst="rect">
            <a:avLst/>
          </a:prstGeom>
        </p:spPr>
        <p:txBody>
          <a:bodyPr spcFirstLastPara="1" wrap="square" lIns="0" tIns="0" rIns="0" bIns="0" anchor="t" anchorCtr="0">
            <a:noAutofit/>
          </a:bodyPr>
          <a:lstStyle>
            <a:lvl1pPr marL="457200" lvl="0" indent="-355600">
              <a:lnSpc>
                <a:spcPct val="100000"/>
              </a:lnSpc>
              <a:spcBef>
                <a:spcPts val="0"/>
              </a:spcBef>
              <a:spcAft>
                <a:spcPts val="0"/>
              </a:spcAft>
              <a:buSzPts val="2000"/>
              <a:buChar char="●"/>
              <a:defRPr sz="2200">
                <a:solidFill>
                  <a:schemeClr val="dk1"/>
                </a:solidFill>
              </a:defRPr>
            </a:lvl1pPr>
            <a:lvl2pPr marL="914400" lvl="1" indent="-342900">
              <a:lnSpc>
                <a:spcPct val="100000"/>
              </a:lnSpc>
              <a:spcBef>
                <a:spcPts val="1200"/>
              </a:spcBef>
              <a:spcAft>
                <a:spcPts val="0"/>
              </a:spcAft>
              <a:buSzPts val="1800"/>
              <a:buChar char="○"/>
              <a:defRPr sz="1800">
                <a:solidFill>
                  <a:schemeClr val="dk1"/>
                </a:solidFill>
              </a:defRPr>
            </a:lvl2pPr>
            <a:lvl3pPr marL="1371600" lvl="2" indent="-342900">
              <a:lnSpc>
                <a:spcPct val="100000"/>
              </a:lnSpc>
              <a:spcBef>
                <a:spcPts val="1200"/>
              </a:spcBef>
              <a:spcAft>
                <a:spcPts val="0"/>
              </a:spcAft>
              <a:buSzPts val="1800"/>
              <a:buChar char="■"/>
              <a:defRPr sz="1800">
                <a:solidFill>
                  <a:schemeClr val="dk1"/>
                </a:solidFill>
              </a:defRPr>
            </a:lvl3pPr>
            <a:lvl4pPr marL="1828800" lvl="3" indent="-342900">
              <a:lnSpc>
                <a:spcPct val="100000"/>
              </a:lnSpc>
              <a:spcBef>
                <a:spcPts val="1200"/>
              </a:spcBef>
              <a:spcAft>
                <a:spcPts val="0"/>
              </a:spcAft>
              <a:buSzPts val="1800"/>
              <a:buChar char="●"/>
              <a:defRPr sz="1800">
                <a:solidFill>
                  <a:schemeClr val="dk1"/>
                </a:solidFill>
              </a:defRPr>
            </a:lvl4pPr>
            <a:lvl5pPr marL="2286000" lvl="4" indent="-342900">
              <a:lnSpc>
                <a:spcPct val="100000"/>
              </a:lnSpc>
              <a:spcBef>
                <a:spcPts val="1200"/>
              </a:spcBef>
              <a:spcAft>
                <a:spcPts val="0"/>
              </a:spcAft>
              <a:buSzPts val="1800"/>
              <a:buChar char="○"/>
              <a:defRPr sz="1800">
                <a:solidFill>
                  <a:schemeClr val="dk1"/>
                </a:solidFill>
              </a:defRPr>
            </a:lvl5pPr>
            <a:lvl6pPr marL="2743200" lvl="5" indent="-342900">
              <a:lnSpc>
                <a:spcPct val="100000"/>
              </a:lnSpc>
              <a:spcBef>
                <a:spcPts val="1200"/>
              </a:spcBef>
              <a:spcAft>
                <a:spcPts val="0"/>
              </a:spcAft>
              <a:buSzPts val="1800"/>
              <a:buChar char="■"/>
              <a:defRPr sz="1800">
                <a:solidFill>
                  <a:schemeClr val="dk1"/>
                </a:solidFill>
              </a:defRPr>
            </a:lvl6pPr>
            <a:lvl7pPr marL="3200400" lvl="6" indent="-342900">
              <a:lnSpc>
                <a:spcPct val="100000"/>
              </a:lnSpc>
              <a:spcBef>
                <a:spcPts val="1200"/>
              </a:spcBef>
              <a:spcAft>
                <a:spcPts val="0"/>
              </a:spcAft>
              <a:buSzPts val="1800"/>
              <a:buChar char="●"/>
              <a:defRPr sz="1800">
                <a:solidFill>
                  <a:schemeClr val="dk1"/>
                </a:solidFill>
              </a:defRPr>
            </a:lvl7pPr>
            <a:lvl8pPr marL="3657600" lvl="7" indent="-342900">
              <a:lnSpc>
                <a:spcPct val="100000"/>
              </a:lnSpc>
              <a:spcBef>
                <a:spcPts val="1200"/>
              </a:spcBef>
              <a:spcAft>
                <a:spcPts val="0"/>
              </a:spcAft>
              <a:buSzPts val="1800"/>
              <a:buChar char="○"/>
              <a:defRPr sz="1800">
                <a:solidFill>
                  <a:schemeClr val="dk1"/>
                </a:solidFill>
              </a:defRPr>
            </a:lvl8pPr>
            <a:lvl9pPr marL="4114800" lvl="8" indent="-342900">
              <a:lnSpc>
                <a:spcPct val="100000"/>
              </a:lnSpc>
              <a:spcBef>
                <a:spcPts val="1200"/>
              </a:spcBef>
              <a:spcAft>
                <a:spcPts val="1200"/>
              </a:spcAft>
              <a:buSzPts val="1800"/>
              <a:buChar char="■"/>
              <a:defRPr sz="1800">
                <a:solidFill>
                  <a:schemeClr val="dk1"/>
                </a:solidFill>
              </a:defRPr>
            </a:lvl9pPr>
          </a:lstStyle>
          <a:p>
            <a:endParaRPr/>
          </a:p>
        </p:txBody>
      </p:sp>
      <p:sp>
        <p:nvSpPr>
          <p:cNvPr id="32" name="Google Shape;32;p4"/>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3200"/>
              <a:buNone/>
              <a:defRPr sz="3200"/>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2: Title and 2 column body">
  <p:cSld name="TITLE_AND_TWO_COLUMNS_2">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56825" y="457206"/>
            <a:ext cx="8230200" cy="815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5"/>
          <p:cNvSpPr txBox="1">
            <a:spLocks noGrp="1"/>
          </p:cNvSpPr>
          <p:nvPr>
            <p:ph type="body" idx="1"/>
          </p:nvPr>
        </p:nvSpPr>
        <p:spPr>
          <a:xfrm>
            <a:off x="455775" y="1371605"/>
            <a:ext cx="4033500" cy="29733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37" name="Google Shape;37;p5"/>
          <p:cNvSpPr txBox="1">
            <a:spLocks noGrp="1"/>
          </p:cNvSpPr>
          <p:nvPr>
            <p:ph type="body" idx="2"/>
          </p:nvPr>
        </p:nvSpPr>
        <p:spPr>
          <a:xfrm>
            <a:off x="4654713" y="1371605"/>
            <a:ext cx="4033500" cy="29733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38" name="Google Shape;38;p5"/>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3: Title and 3 column body">
  <p:cSld name="TITLE_AND_TWO_COLUMNS_1">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6825" y="457206"/>
            <a:ext cx="8230200" cy="815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1" name="Google Shape;41;p6"/>
          <p:cNvSpPr txBox="1">
            <a:spLocks noGrp="1"/>
          </p:cNvSpPr>
          <p:nvPr>
            <p:ph type="body" idx="1"/>
          </p:nvPr>
        </p:nvSpPr>
        <p:spPr>
          <a:xfrm>
            <a:off x="455775" y="1371605"/>
            <a:ext cx="2634300" cy="29733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42" name="Google Shape;42;p6"/>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43" name="Google Shape;43;p6"/>
          <p:cNvSpPr txBox="1">
            <a:spLocks noGrp="1"/>
          </p:cNvSpPr>
          <p:nvPr>
            <p:ph type="body" idx="2"/>
          </p:nvPr>
        </p:nvSpPr>
        <p:spPr>
          <a:xfrm>
            <a:off x="3255013" y="1371605"/>
            <a:ext cx="2634300" cy="29733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44" name="Google Shape;44;p6"/>
          <p:cNvSpPr txBox="1">
            <a:spLocks noGrp="1"/>
          </p:cNvSpPr>
          <p:nvPr>
            <p:ph type="body" idx="3"/>
          </p:nvPr>
        </p:nvSpPr>
        <p:spPr>
          <a:xfrm>
            <a:off x="6053325" y="1371605"/>
            <a:ext cx="2634900" cy="29733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6: Title only">
  <p:cSld name="TITLE_ONLY_1">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6825" y="457206"/>
            <a:ext cx="8230200" cy="815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 name="Google Shape;47;p7"/>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4: Title and body side by side">
  <p:cSld name="ONE_COLUMN_TEXT_3">
    <p:spTree>
      <p:nvGrpSpPr>
        <p:cNvPr id="1" name="Shape 48"/>
        <p:cNvGrpSpPr/>
        <p:nvPr/>
      </p:nvGrpSpPr>
      <p:grpSpPr>
        <a:xfrm>
          <a:off x="0" y="0"/>
          <a:ext cx="0" cy="0"/>
          <a:chOff x="0" y="0"/>
          <a:chExt cx="0" cy="0"/>
        </a:xfrm>
      </p:grpSpPr>
      <p:sp>
        <p:nvSpPr>
          <p:cNvPr id="49" name="Google Shape;49;p8"/>
          <p:cNvSpPr txBox="1">
            <a:spLocks noGrp="1"/>
          </p:cNvSpPr>
          <p:nvPr>
            <p:ph type="body" idx="1"/>
          </p:nvPr>
        </p:nvSpPr>
        <p:spPr>
          <a:xfrm>
            <a:off x="3254975" y="457206"/>
            <a:ext cx="5439000" cy="38877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50" name="Google Shape;50;p8"/>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1" name="Google Shape;51;p8"/>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5: Title and body side by side">
  <p:cSld name="ONE_COLUMN_TEXT_3_1">
    <p:spTree>
      <p:nvGrpSpPr>
        <p:cNvPr id="1" name="Shape 52"/>
        <p:cNvGrpSpPr/>
        <p:nvPr/>
      </p:nvGrpSpPr>
      <p:grpSpPr>
        <a:xfrm>
          <a:off x="0" y="0"/>
          <a:ext cx="0" cy="0"/>
          <a:chOff x="0" y="0"/>
          <a:chExt cx="0" cy="0"/>
        </a:xfrm>
      </p:grpSpPr>
      <p:sp>
        <p:nvSpPr>
          <p:cNvPr id="53" name="Google Shape;53;p9"/>
          <p:cNvSpPr txBox="1">
            <a:spLocks noGrp="1"/>
          </p:cNvSpPr>
          <p:nvPr>
            <p:ph type="body" idx="1"/>
          </p:nvPr>
        </p:nvSpPr>
        <p:spPr>
          <a:xfrm>
            <a:off x="3545838" y="457200"/>
            <a:ext cx="5148000" cy="38877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54" name="Google Shape;54;p9"/>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9"/>
          <p:cNvSpPr txBox="1">
            <a:spLocks noGrp="1"/>
          </p:cNvSpPr>
          <p:nvPr>
            <p:ph type="title"/>
          </p:nvPr>
        </p:nvSpPr>
        <p:spPr>
          <a:xfrm>
            <a:off x="455775" y="457202"/>
            <a:ext cx="2634300" cy="2777100"/>
          </a:xfrm>
          <a:prstGeom prst="rect">
            <a:avLst/>
          </a:prstGeom>
        </p:spPr>
        <p:txBody>
          <a:bodyPr spcFirstLastPara="1" wrap="square" lIns="182875" tIns="137150" rIns="45725" bIns="45725"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56" name="Google Shape;56;p9"/>
          <p:cNvSpPr/>
          <p:nvPr/>
        </p:nvSpPr>
        <p:spPr>
          <a:xfrm>
            <a:off x="455775" y="457181"/>
            <a:ext cx="2634300" cy="3887700"/>
          </a:xfrm>
          <a:prstGeom prst="roundRect">
            <a:avLst>
              <a:gd name="adj" fmla="val 7317"/>
            </a:avLst>
          </a:prstGeom>
          <a:solidFill>
            <a:srgbClr val="E8E6DC"/>
          </a:solidFill>
          <a:ln>
            <a:noFill/>
          </a:ln>
        </p:spPr>
        <p:txBody>
          <a:bodyPr spcFirstLastPara="1" wrap="square" lIns="91450" tIns="91450" rIns="91450" bIns="91450" anchor="t" anchorCtr="0">
            <a:noAutofit/>
          </a:bodyPr>
          <a:lstStyle/>
          <a:p>
            <a:pPr marL="0" lvl="0" indent="0" algn="l" rtl="0">
              <a:lnSpc>
                <a:spcPct val="115000"/>
              </a:lnSpc>
              <a:spcBef>
                <a:spcPts val="0"/>
              </a:spcBef>
              <a:spcAft>
                <a:spcPts val="0"/>
              </a:spcAft>
              <a:buNone/>
            </a:pPr>
            <a:endParaRPr sz="2400">
              <a:solidFill>
                <a:schemeClr val="dk1"/>
              </a:solidFill>
              <a:latin typeface="Poppins SemiBold"/>
              <a:ea typeface="Poppins SemiBold"/>
              <a:cs typeface="Poppins SemiBold"/>
              <a:sym typeface="Poppins SemiBold"/>
            </a:endParaRPr>
          </a:p>
          <a:p>
            <a:pPr marL="0" lvl="0" indent="0" algn="l" rtl="0">
              <a:lnSpc>
                <a:spcPct val="115000"/>
              </a:lnSpc>
              <a:spcBef>
                <a:spcPts val="1000"/>
              </a:spcBef>
              <a:spcAft>
                <a:spcPts val="1000"/>
              </a:spcAft>
              <a:buNone/>
            </a:pPr>
            <a:endParaRPr sz="700">
              <a:latin typeface="Lora"/>
              <a:ea typeface="Lora"/>
              <a:cs typeface="Lora"/>
              <a:sym typeface="Lora"/>
            </a:endParaRPr>
          </a:p>
        </p:txBody>
      </p:sp>
      <p:sp>
        <p:nvSpPr>
          <p:cNvPr id="57" name="Google Shape;57;p9"/>
          <p:cNvSpPr>
            <a:spLocks noGrp="1"/>
          </p:cNvSpPr>
          <p:nvPr>
            <p:ph type="pic" idx="2"/>
          </p:nvPr>
        </p:nvSpPr>
        <p:spPr>
          <a:xfrm>
            <a:off x="2117319" y="3388174"/>
            <a:ext cx="750900" cy="7509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13: Title and 5 icons">
  <p:cSld name="ONE_COLUMN_TEXT_3_1_1">
    <p:spTree>
      <p:nvGrpSpPr>
        <p:cNvPr id="1" name="Shape 58"/>
        <p:cNvGrpSpPr/>
        <p:nvPr/>
      </p:nvGrpSpPr>
      <p:grpSpPr>
        <a:xfrm>
          <a:off x="0" y="0"/>
          <a:ext cx="0" cy="0"/>
          <a:chOff x="0" y="0"/>
          <a:chExt cx="0" cy="0"/>
        </a:xfrm>
      </p:grpSpPr>
      <p:sp>
        <p:nvSpPr>
          <p:cNvPr id="59" name="Google Shape;59;p10"/>
          <p:cNvSpPr txBox="1">
            <a:spLocks noGrp="1"/>
          </p:cNvSpPr>
          <p:nvPr>
            <p:ph type="body" idx="1"/>
          </p:nvPr>
        </p:nvSpPr>
        <p:spPr>
          <a:xfrm>
            <a:off x="4654038" y="457200"/>
            <a:ext cx="4039800" cy="38877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60" name="Google Shape;60;p10"/>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0"/>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2" name="Google Shape;62;p10"/>
          <p:cNvSpPr>
            <a:spLocks noGrp="1"/>
          </p:cNvSpPr>
          <p:nvPr>
            <p:ph type="pic" idx="2"/>
          </p:nvPr>
        </p:nvSpPr>
        <p:spPr>
          <a:xfrm>
            <a:off x="3954492" y="457143"/>
            <a:ext cx="474600" cy="474600"/>
          </a:xfrm>
          <a:prstGeom prst="rect">
            <a:avLst/>
          </a:prstGeom>
          <a:noFill/>
          <a:ln>
            <a:noFill/>
          </a:ln>
        </p:spPr>
      </p:sp>
      <p:sp>
        <p:nvSpPr>
          <p:cNvPr id="63" name="Google Shape;63;p10"/>
          <p:cNvSpPr>
            <a:spLocks noGrp="1"/>
          </p:cNvSpPr>
          <p:nvPr>
            <p:ph type="pic" idx="3"/>
          </p:nvPr>
        </p:nvSpPr>
        <p:spPr>
          <a:xfrm>
            <a:off x="3954498" y="1249548"/>
            <a:ext cx="474600" cy="474600"/>
          </a:xfrm>
          <a:prstGeom prst="rect">
            <a:avLst/>
          </a:prstGeom>
          <a:noFill/>
          <a:ln>
            <a:noFill/>
          </a:ln>
        </p:spPr>
      </p:sp>
      <p:sp>
        <p:nvSpPr>
          <p:cNvPr id="64" name="Google Shape;64;p10"/>
          <p:cNvSpPr>
            <a:spLocks noGrp="1"/>
          </p:cNvSpPr>
          <p:nvPr>
            <p:ph type="pic" idx="4"/>
          </p:nvPr>
        </p:nvSpPr>
        <p:spPr>
          <a:xfrm>
            <a:off x="3954498" y="2041953"/>
            <a:ext cx="474600" cy="474600"/>
          </a:xfrm>
          <a:prstGeom prst="rect">
            <a:avLst/>
          </a:prstGeom>
          <a:noFill/>
          <a:ln>
            <a:noFill/>
          </a:ln>
        </p:spPr>
      </p:sp>
      <p:sp>
        <p:nvSpPr>
          <p:cNvPr id="65" name="Google Shape;65;p10"/>
          <p:cNvSpPr>
            <a:spLocks noGrp="1"/>
          </p:cNvSpPr>
          <p:nvPr>
            <p:ph type="pic" idx="5"/>
          </p:nvPr>
        </p:nvSpPr>
        <p:spPr>
          <a:xfrm>
            <a:off x="3954485" y="2834357"/>
            <a:ext cx="474600" cy="474600"/>
          </a:xfrm>
          <a:prstGeom prst="rect">
            <a:avLst/>
          </a:prstGeom>
          <a:noFill/>
          <a:ln>
            <a:noFill/>
          </a:ln>
        </p:spPr>
      </p:sp>
      <p:sp>
        <p:nvSpPr>
          <p:cNvPr id="66" name="Google Shape;66;p10"/>
          <p:cNvSpPr>
            <a:spLocks noGrp="1"/>
          </p:cNvSpPr>
          <p:nvPr>
            <p:ph type="pic" idx="6"/>
          </p:nvPr>
        </p:nvSpPr>
        <p:spPr>
          <a:xfrm>
            <a:off x="3954485" y="3626762"/>
            <a:ext cx="474600" cy="4746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2: Title, body and background (Clay)">
  <p:cSld name="ONE_COLUMN_TEXT_2_1">
    <p:spTree>
      <p:nvGrpSpPr>
        <p:cNvPr id="1" name="Shape 67"/>
        <p:cNvGrpSpPr/>
        <p:nvPr/>
      </p:nvGrpSpPr>
      <p:grpSpPr>
        <a:xfrm>
          <a:off x="0" y="0"/>
          <a:ext cx="0" cy="0"/>
          <a:chOff x="0" y="0"/>
          <a:chExt cx="0" cy="0"/>
        </a:xfrm>
      </p:grpSpPr>
      <p:sp>
        <p:nvSpPr>
          <p:cNvPr id="68" name="Google Shape;68;p11"/>
          <p:cNvSpPr/>
          <p:nvPr/>
        </p:nvSpPr>
        <p:spPr>
          <a:xfrm>
            <a:off x="3516138" y="0"/>
            <a:ext cx="5628000" cy="5143500"/>
          </a:xfrm>
          <a:prstGeom prst="rect">
            <a:avLst/>
          </a:prstGeom>
          <a:solidFill>
            <a:schemeClr val="accent1"/>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69" name="Google Shape;69;p11"/>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70" name="Google Shape;70;p11"/>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chemeClr val="dk1"/>
                </a:solidFill>
                <a:latin typeface="Poppins"/>
                <a:ea typeface="Poppins"/>
                <a:cs typeface="Poppins"/>
                <a:sym typeface="Poppins"/>
              </a:defRPr>
            </a:lvl1pPr>
            <a:lvl2pPr lvl="1" algn="r">
              <a:lnSpc>
                <a:spcPct val="80000"/>
              </a:lnSpc>
              <a:buSzPts val="1000"/>
              <a:buNone/>
              <a:defRPr sz="800">
                <a:solidFill>
                  <a:schemeClr val="dk1"/>
                </a:solidFill>
                <a:latin typeface="Poppins"/>
                <a:ea typeface="Poppins"/>
                <a:cs typeface="Poppins"/>
                <a:sym typeface="Poppins"/>
              </a:defRPr>
            </a:lvl2pPr>
            <a:lvl3pPr lvl="2" algn="r">
              <a:lnSpc>
                <a:spcPct val="80000"/>
              </a:lnSpc>
              <a:buSzPts val="1000"/>
              <a:buNone/>
              <a:defRPr sz="800">
                <a:solidFill>
                  <a:schemeClr val="dk1"/>
                </a:solidFill>
                <a:latin typeface="Poppins"/>
                <a:ea typeface="Poppins"/>
                <a:cs typeface="Poppins"/>
                <a:sym typeface="Poppins"/>
              </a:defRPr>
            </a:lvl3pPr>
            <a:lvl4pPr lvl="3" algn="r">
              <a:lnSpc>
                <a:spcPct val="80000"/>
              </a:lnSpc>
              <a:buSzPts val="1000"/>
              <a:buNone/>
              <a:defRPr sz="800">
                <a:solidFill>
                  <a:schemeClr val="dk1"/>
                </a:solidFill>
                <a:latin typeface="Poppins"/>
                <a:ea typeface="Poppins"/>
                <a:cs typeface="Poppins"/>
                <a:sym typeface="Poppins"/>
              </a:defRPr>
            </a:lvl4pPr>
            <a:lvl5pPr lvl="4" algn="r">
              <a:lnSpc>
                <a:spcPct val="80000"/>
              </a:lnSpc>
              <a:buSzPts val="1000"/>
              <a:buNone/>
              <a:defRPr sz="800">
                <a:solidFill>
                  <a:schemeClr val="dk1"/>
                </a:solidFill>
                <a:latin typeface="Poppins"/>
                <a:ea typeface="Poppins"/>
                <a:cs typeface="Poppins"/>
                <a:sym typeface="Poppins"/>
              </a:defRPr>
            </a:lvl5pPr>
            <a:lvl6pPr lvl="5" algn="r">
              <a:lnSpc>
                <a:spcPct val="80000"/>
              </a:lnSpc>
              <a:buSzPts val="1000"/>
              <a:buNone/>
              <a:defRPr sz="800">
                <a:solidFill>
                  <a:schemeClr val="dk1"/>
                </a:solidFill>
                <a:latin typeface="Poppins"/>
                <a:ea typeface="Poppins"/>
                <a:cs typeface="Poppins"/>
                <a:sym typeface="Poppins"/>
              </a:defRPr>
            </a:lvl6pPr>
            <a:lvl7pPr lvl="6" algn="r">
              <a:lnSpc>
                <a:spcPct val="80000"/>
              </a:lnSpc>
              <a:buSzPts val="1000"/>
              <a:buNone/>
              <a:defRPr sz="800">
                <a:solidFill>
                  <a:schemeClr val="dk1"/>
                </a:solidFill>
                <a:latin typeface="Poppins"/>
                <a:ea typeface="Poppins"/>
                <a:cs typeface="Poppins"/>
                <a:sym typeface="Poppins"/>
              </a:defRPr>
            </a:lvl7pPr>
            <a:lvl8pPr lvl="7" algn="r">
              <a:lnSpc>
                <a:spcPct val="80000"/>
              </a:lnSpc>
              <a:buSzPts val="1000"/>
              <a:buNone/>
              <a:defRPr sz="800">
                <a:solidFill>
                  <a:schemeClr val="dk1"/>
                </a:solidFill>
                <a:latin typeface="Poppins"/>
                <a:ea typeface="Poppins"/>
                <a:cs typeface="Poppins"/>
                <a:sym typeface="Poppins"/>
              </a:defRPr>
            </a:lvl8pPr>
            <a:lvl9pPr lvl="8" algn="r">
              <a:lnSpc>
                <a:spcPct val="80000"/>
              </a:lnSpc>
              <a:buSzPts val="1000"/>
              <a:buNone/>
              <a:defRPr sz="800">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1"/>
          <p:cNvSpPr txBox="1"/>
          <p:nvPr/>
        </p:nvSpPr>
        <p:spPr>
          <a:xfrm>
            <a:off x="4626925" y="4693687"/>
            <a:ext cx="3346500" cy="107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800">
                <a:solidFill>
                  <a:schemeClr val="dk1"/>
                </a:solidFill>
                <a:latin typeface="Poppins"/>
                <a:ea typeface="Poppins"/>
                <a:cs typeface="Poppins"/>
                <a:sym typeface="Poppins"/>
              </a:rPr>
              <a:t>CONFIDENTIAL</a:t>
            </a:r>
            <a:endParaRPr sz="800">
              <a:solidFill>
                <a:schemeClr val="dk1"/>
              </a:solidFill>
              <a:latin typeface="Poppins"/>
              <a:ea typeface="Poppins"/>
              <a:cs typeface="Poppins"/>
              <a:sym typeface="Poppins"/>
            </a:endParaRPr>
          </a:p>
        </p:txBody>
      </p:sp>
      <p:sp>
        <p:nvSpPr>
          <p:cNvPr id="72" name="Google Shape;72;p11"/>
          <p:cNvSpPr>
            <a:spLocks noGrp="1"/>
          </p:cNvSpPr>
          <p:nvPr>
            <p:ph type="pic" idx="2"/>
          </p:nvPr>
        </p:nvSpPr>
        <p:spPr>
          <a:xfrm>
            <a:off x="4558788" y="801974"/>
            <a:ext cx="3539700" cy="35397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1: Title, body and background (Oat)">
  <p:cSld name="ONE_COLUMN_TEXT_2_1_1_1_1">
    <p:spTree>
      <p:nvGrpSpPr>
        <p:cNvPr id="1" name="Shape 73"/>
        <p:cNvGrpSpPr/>
        <p:nvPr/>
      </p:nvGrpSpPr>
      <p:grpSpPr>
        <a:xfrm>
          <a:off x="0" y="0"/>
          <a:ext cx="0" cy="0"/>
          <a:chOff x="0" y="0"/>
          <a:chExt cx="0" cy="0"/>
        </a:xfrm>
      </p:grpSpPr>
      <p:sp>
        <p:nvSpPr>
          <p:cNvPr id="74" name="Google Shape;74;p12"/>
          <p:cNvSpPr/>
          <p:nvPr/>
        </p:nvSpPr>
        <p:spPr>
          <a:xfrm>
            <a:off x="3516138" y="0"/>
            <a:ext cx="5628000" cy="5143500"/>
          </a:xfrm>
          <a:prstGeom prst="rect">
            <a:avLst/>
          </a:prstGeom>
          <a:solidFill>
            <a:schemeClr val="lt2"/>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75" name="Google Shape;75;p12"/>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76" name="Google Shape;76;p12"/>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2"/>
          <p:cNvSpPr txBox="1"/>
          <p:nvPr/>
        </p:nvSpPr>
        <p:spPr>
          <a:xfrm>
            <a:off x="4626925" y="4693687"/>
            <a:ext cx="3346500" cy="107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
        <p:nvSpPr>
          <p:cNvPr id="78" name="Google Shape;78;p12"/>
          <p:cNvSpPr>
            <a:spLocks noGrp="1"/>
          </p:cNvSpPr>
          <p:nvPr>
            <p:ph type="pic" idx="2"/>
          </p:nvPr>
        </p:nvSpPr>
        <p:spPr>
          <a:xfrm>
            <a:off x="4558788" y="801974"/>
            <a:ext cx="3539700" cy="3539700"/>
          </a:xfrm>
          <a:prstGeom prst="rect">
            <a:avLst/>
          </a:prstGeom>
          <a:noFill/>
          <a:ln>
            <a:no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3: Title, body and hero illustration">
  <p:cSld name="ONE_COLUMN_TEXT_1_2">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a:off x="455775" y="457206"/>
            <a:ext cx="37089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81" name="Google Shape;81;p13"/>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82" name="Google Shape;82;p13"/>
          <p:cNvSpPr txBox="1"/>
          <p:nvPr/>
        </p:nvSpPr>
        <p:spPr>
          <a:xfrm>
            <a:off x="4626925" y="4693687"/>
            <a:ext cx="3346500" cy="107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
        <p:nvSpPr>
          <p:cNvPr id="83" name="Google Shape;83;p13"/>
          <p:cNvSpPr>
            <a:spLocks noGrp="1"/>
          </p:cNvSpPr>
          <p:nvPr>
            <p:ph type="pic" idx="2"/>
          </p:nvPr>
        </p:nvSpPr>
        <p:spPr>
          <a:xfrm>
            <a:off x="4806275" y="457197"/>
            <a:ext cx="3887700" cy="38877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5: Title, body and placeholder ">
  <p:cSld name="ONE_COLUMN_TEXT_1_1">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455775" y="457218"/>
            <a:ext cx="40335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86" name="Google Shape;86;p14"/>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4"/>
          <p:cNvSpPr>
            <a:spLocks noGrp="1"/>
          </p:cNvSpPr>
          <p:nvPr>
            <p:ph type="pic" idx="2"/>
          </p:nvPr>
        </p:nvSpPr>
        <p:spPr>
          <a:xfrm>
            <a:off x="4795838" y="457206"/>
            <a:ext cx="3887700" cy="3887700"/>
          </a:xfrm>
          <a:prstGeom prst="roundRect">
            <a:avLst>
              <a:gd name="adj" fmla="val 2630"/>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6: Title, body and placeholder ">
  <p:cSld name="ONE_COLUMN_TEXT_1_1_2">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a:off x="4654113" y="457206"/>
            <a:ext cx="40335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90" name="Google Shape;90;p15"/>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5"/>
          <p:cNvSpPr>
            <a:spLocks noGrp="1"/>
          </p:cNvSpPr>
          <p:nvPr>
            <p:ph type="pic" idx="2"/>
          </p:nvPr>
        </p:nvSpPr>
        <p:spPr>
          <a:xfrm>
            <a:off x="455775" y="457206"/>
            <a:ext cx="3887700" cy="3887700"/>
          </a:xfrm>
          <a:prstGeom prst="roundRect">
            <a:avLst>
              <a:gd name="adj" fmla="val 2630"/>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4: Title, body and placeholder ">
  <p:cSld name="ONE_COLUMN_TEXT_1_1_1">
    <p:spTree>
      <p:nvGrpSpPr>
        <p:cNvPr id="1" name="Shape 92"/>
        <p:cNvGrpSpPr/>
        <p:nvPr/>
      </p:nvGrpSpPr>
      <p:grpSpPr>
        <a:xfrm>
          <a:off x="0" y="0"/>
          <a:ext cx="0" cy="0"/>
          <a:chOff x="0" y="0"/>
          <a:chExt cx="0" cy="0"/>
        </a:xfrm>
      </p:grpSpPr>
      <p:sp>
        <p:nvSpPr>
          <p:cNvPr id="93" name="Google Shape;93;p16"/>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6"/>
          <p:cNvSpPr>
            <a:spLocks noGrp="1"/>
          </p:cNvSpPr>
          <p:nvPr>
            <p:ph type="pic" idx="2"/>
          </p:nvPr>
        </p:nvSpPr>
        <p:spPr>
          <a:xfrm>
            <a:off x="3254975" y="457206"/>
            <a:ext cx="5431800" cy="3887700"/>
          </a:xfrm>
          <a:prstGeom prst="roundRect">
            <a:avLst>
              <a:gd name="adj" fmla="val 2630"/>
            </a:avLst>
          </a:prstGeom>
          <a:noFill/>
          <a:ln>
            <a:noFill/>
          </a:ln>
        </p:spPr>
      </p:sp>
      <p:sp>
        <p:nvSpPr>
          <p:cNvPr id="95" name="Google Shape;95;p16"/>
          <p:cNvSpPr txBox="1">
            <a:spLocks noGrp="1"/>
          </p:cNvSpPr>
          <p:nvPr>
            <p:ph type="title"/>
          </p:nvPr>
        </p:nvSpPr>
        <p:spPr>
          <a:xfrm>
            <a:off x="457200" y="457206"/>
            <a:ext cx="2632800" cy="38877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7: Title, body and placeholder ">
  <p:cSld name="ONE_COLUMN_TEXT_1_1_1_1">
    <p:spTree>
      <p:nvGrpSpPr>
        <p:cNvPr id="1" name="Shape 96"/>
        <p:cNvGrpSpPr/>
        <p:nvPr/>
      </p:nvGrpSpPr>
      <p:grpSpPr>
        <a:xfrm>
          <a:off x="0" y="0"/>
          <a:ext cx="0" cy="0"/>
          <a:chOff x="0" y="0"/>
          <a:chExt cx="0" cy="0"/>
        </a:xfrm>
      </p:grpSpPr>
      <p:sp>
        <p:nvSpPr>
          <p:cNvPr id="97" name="Google Shape;97;p17"/>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98" name="Google Shape;98;p17"/>
          <p:cNvSpPr txBox="1">
            <a:spLocks noGrp="1"/>
          </p:cNvSpPr>
          <p:nvPr>
            <p:ph type="title"/>
          </p:nvPr>
        </p:nvSpPr>
        <p:spPr>
          <a:xfrm>
            <a:off x="455775" y="456794"/>
            <a:ext cx="8238000" cy="8082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9" name="Google Shape;99;p17"/>
          <p:cNvSpPr>
            <a:spLocks noGrp="1"/>
          </p:cNvSpPr>
          <p:nvPr>
            <p:ph type="pic" idx="2"/>
          </p:nvPr>
        </p:nvSpPr>
        <p:spPr>
          <a:xfrm>
            <a:off x="455775" y="1371605"/>
            <a:ext cx="5432700" cy="2973300"/>
          </a:xfrm>
          <a:prstGeom prst="roundRect">
            <a:avLst>
              <a:gd name="adj" fmla="val 2630"/>
            </a:avLst>
          </a:prstGeom>
          <a:noFill/>
          <a:ln>
            <a:noFill/>
          </a:ln>
        </p:spPr>
      </p:sp>
      <p:sp>
        <p:nvSpPr>
          <p:cNvPr id="100" name="Google Shape;100;p17"/>
          <p:cNvSpPr txBox="1">
            <a:spLocks noGrp="1"/>
          </p:cNvSpPr>
          <p:nvPr>
            <p:ph type="body" idx="1"/>
          </p:nvPr>
        </p:nvSpPr>
        <p:spPr>
          <a:xfrm>
            <a:off x="6053325" y="1371605"/>
            <a:ext cx="2640600" cy="29733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8: Title and two placeholder ">
  <p:cSld name="ONE_COLUMN_TEXT_1_1_1_1_1">
    <p:spTree>
      <p:nvGrpSpPr>
        <p:cNvPr id="1" name="Shape 101"/>
        <p:cNvGrpSpPr/>
        <p:nvPr/>
      </p:nvGrpSpPr>
      <p:grpSpPr>
        <a:xfrm>
          <a:off x="0" y="0"/>
          <a:ext cx="0" cy="0"/>
          <a:chOff x="0" y="0"/>
          <a:chExt cx="0" cy="0"/>
        </a:xfrm>
      </p:grpSpPr>
      <p:sp>
        <p:nvSpPr>
          <p:cNvPr id="102" name="Google Shape;102;p18"/>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a:spLocks noGrp="1"/>
          </p:cNvSpPr>
          <p:nvPr>
            <p:ph type="pic" idx="2"/>
          </p:nvPr>
        </p:nvSpPr>
        <p:spPr>
          <a:xfrm>
            <a:off x="455700" y="1371605"/>
            <a:ext cx="8238000" cy="2973300"/>
          </a:xfrm>
          <a:prstGeom prst="roundRect">
            <a:avLst>
              <a:gd name="adj" fmla="val 2630"/>
            </a:avLst>
          </a:prstGeom>
          <a:noFill/>
          <a:ln>
            <a:noFill/>
          </a:ln>
        </p:spPr>
      </p:sp>
      <p:sp>
        <p:nvSpPr>
          <p:cNvPr id="104" name="Google Shape;104;p18"/>
          <p:cNvSpPr txBox="1">
            <a:spLocks noGrp="1"/>
          </p:cNvSpPr>
          <p:nvPr>
            <p:ph type="title"/>
          </p:nvPr>
        </p:nvSpPr>
        <p:spPr>
          <a:xfrm>
            <a:off x="455775" y="456794"/>
            <a:ext cx="8238000" cy="8082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10: Title and two placeholder ">
  <p:cSld name="ONE_COLUMN_TEXT_1_1_1_1_1_1">
    <p:spTree>
      <p:nvGrpSpPr>
        <p:cNvPr id="1" name="Shape 105"/>
        <p:cNvGrpSpPr/>
        <p:nvPr/>
      </p:nvGrpSpPr>
      <p:grpSpPr>
        <a:xfrm>
          <a:off x="0" y="0"/>
          <a:ext cx="0" cy="0"/>
          <a:chOff x="0" y="0"/>
          <a:chExt cx="0" cy="0"/>
        </a:xfrm>
      </p:grpSpPr>
      <p:sp>
        <p:nvSpPr>
          <p:cNvPr id="106" name="Google Shape;106;p19"/>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07" name="Google Shape;107;p19"/>
          <p:cNvSpPr>
            <a:spLocks noGrp="1"/>
          </p:cNvSpPr>
          <p:nvPr>
            <p:ph type="pic" idx="2"/>
          </p:nvPr>
        </p:nvSpPr>
        <p:spPr>
          <a:xfrm>
            <a:off x="455700" y="1371601"/>
            <a:ext cx="4033500" cy="2328000"/>
          </a:xfrm>
          <a:prstGeom prst="roundRect">
            <a:avLst>
              <a:gd name="adj" fmla="val 2630"/>
            </a:avLst>
          </a:prstGeom>
          <a:noFill/>
          <a:ln>
            <a:noFill/>
          </a:ln>
        </p:spPr>
      </p:sp>
      <p:sp>
        <p:nvSpPr>
          <p:cNvPr id="108" name="Google Shape;108;p19"/>
          <p:cNvSpPr txBox="1">
            <a:spLocks noGrp="1"/>
          </p:cNvSpPr>
          <p:nvPr>
            <p:ph type="title"/>
          </p:nvPr>
        </p:nvSpPr>
        <p:spPr>
          <a:xfrm>
            <a:off x="455775" y="456794"/>
            <a:ext cx="8238000" cy="8082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09" name="Google Shape;109;p19"/>
          <p:cNvSpPr>
            <a:spLocks noGrp="1"/>
          </p:cNvSpPr>
          <p:nvPr>
            <p:ph type="pic" idx="3"/>
          </p:nvPr>
        </p:nvSpPr>
        <p:spPr>
          <a:xfrm>
            <a:off x="4654113" y="1371601"/>
            <a:ext cx="4039800" cy="2328000"/>
          </a:xfrm>
          <a:prstGeom prst="roundRect">
            <a:avLst>
              <a:gd name="adj" fmla="val 2630"/>
            </a:avLst>
          </a:prstGeom>
          <a:noFill/>
          <a:ln>
            <a:noFill/>
          </a:ln>
        </p:spPr>
      </p:sp>
      <p:sp>
        <p:nvSpPr>
          <p:cNvPr id="110" name="Google Shape;110;p19"/>
          <p:cNvSpPr txBox="1">
            <a:spLocks noGrp="1"/>
          </p:cNvSpPr>
          <p:nvPr>
            <p:ph type="body" idx="1"/>
          </p:nvPr>
        </p:nvSpPr>
        <p:spPr>
          <a:xfrm>
            <a:off x="4661025" y="3833700"/>
            <a:ext cx="4032900" cy="5112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111" name="Google Shape;111;p19"/>
          <p:cNvSpPr txBox="1">
            <a:spLocks noGrp="1"/>
          </p:cNvSpPr>
          <p:nvPr>
            <p:ph type="body" idx="4"/>
          </p:nvPr>
        </p:nvSpPr>
        <p:spPr>
          <a:xfrm>
            <a:off x="456075" y="3833700"/>
            <a:ext cx="4032900" cy="5112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9: Title and two placeholder ">
  <p:cSld name="ONE_COLUMN_TEXT_1_1_1_1_1_1_1">
    <p:spTree>
      <p:nvGrpSpPr>
        <p:cNvPr id="1" name="Shape 112"/>
        <p:cNvGrpSpPr/>
        <p:nvPr/>
      </p:nvGrpSpPr>
      <p:grpSpPr>
        <a:xfrm>
          <a:off x="0" y="0"/>
          <a:ext cx="0" cy="0"/>
          <a:chOff x="0" y="0"/>
          <a:chExt cx="0" cy="0"/>
        </a:xfrm>
      </p:grpSpPr>
      <p:sp>
        <p:nvSpPr>
          <p:cNvPr id="113" name="Google Shape;113;p20"/>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20"/>
          <p:cNvSpPr>
            <a:spLocks noGrp="1"/>
          </p:cNvSpPr>
          <p:nvPr>
            <p:ph type="pic" idx="2"/>
          </p:nvPr>
        </p:nvSpPr>
        <p:spPr>
          <a:xfrm>
            <a:off x="455700" y="1371605"/>
            <a:ext cx="4033500" cy="2973300"/>
          </a:xfrm>
          <a:prstGeom prst="roundRect">
            <a:avLst>
              <a:gd name="adj" fmla="val 2630"/>
            </a:avLst>
          </a:prstGeom>
          <a:noFill/>
          <a:ln>
            <a:noFill/>
          </a:ln>
        </p:spPr>
      </p:sp>
      <p:sp>
        <p:nvSpPr>
          <p:cNvPr id="115" name="Google Shape;115;p20"/>
          <p:cNvSpPr txBox="1">
            <a:spLocks noGrp="1"/>
          </p:cNvSpPr>
          <p:nvPr>
            <p:ph type="title"/>
          </p:nvPr>
        </p:nvSpPr>
        <p:spPr>
          <a:xfrm>
            <a:off x="455775" y="456794"/>
            <a:ext cx="8238000" cy="8082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16" name="Google Shape;116;p20"/>
          <p:cNvSpPr>
            <a:spLocks noGrp="1"/>
          </p:cNvSpPr>
          <p:nvPr>
            <p:ph type="pic" idx="3"/>
          </p:nvPr>
        </p:nvSpPr>
        <p:spPr>
          <a:xfrm>
            <a:off x="4654113" y="1371605"/>
            <a:ext cx="4039800" cy="2973300"/>
          </a:xfrm>
          <a:prstGeom prst="roundRect">
            <a:avLst>
              <a:gd name="adj" fmla="val 2630"/>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11: Title and three placeholder">
  <p:cSld name="ONE_COLUMN_TEXT_1_1_1_1_1_1_1_1">
    <p:spTree>
      <p:nvGrpSpPr>
        <p:cNvPr id="1" name="Shape 117"/>
        <p:cNvGrpSpPr/>
        <p:nvPr/>
      </p:nvGrpSpPr>
      <p:grpSpPr>
        <a:xfrm>
          <a:off x="0" y="0"/>
          <a:ext cx="0" cy="0"/>
          <a:chOff x="0" y="0"/>
          <a:chExt cx="0" cy="0"/>
        </a:xfrm>
      </p:grpSpPr>
      <p:sp>
        <p:nvSpPr>
          <p:cNvPr id="118" name="Google Shape;118;p21"/>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1"/>
          <p:cNvSpPr>
            <a:spLocks noGrp="1"/>
          </p:cNvSpPr>
          <p:nvPr>
            <p:ph type="pic" idx="2"/>
          </p:nvPr>
        </p:nvSpPr>
        <p:spPr>
          <a:xfrm>
            <a:off x="455700" y="1371600"/>
            <a:ext cx="2634300" cy="2973300"/>
          </a:xfrm>
          <a:prstGeom prst="roundRect">
            <a:avLst>
              <a:gd name="adj" fmla="val 2630"/>
            </a:avLst>
          </a:prstGeom>
          <a:noFill/>
          <a:ln>
            <a:noFill/>
          </a:ln>
        </p:spPr>
      </p:sp>
      <p:sp>
        <p:nvSpPr>
          <p:cNvPr id="120" name="Google Shape;120;p21"/>
          <p:cNvSpPr txBox="1">
            <a:spLocks noGrp="1"/>
          </p:cNvSpPr>
          <p:nvPr>
            <p:ph type="title"/>
          </p:nvPr>
        </p:nvSpPr>
        <p:spPr>
          <a:xfrm>
            <a:off x="455775" y="456794"/>
            <a:ext cx="8238000" cy="8082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21" name="Google Shape;121;p21"/>
          <p:cNvSpPr>
            <a:spLocks noGrp="1"/>
          </p:cNvSpPr>
          <p:nvPr>
            <p:ph type="pic" idx="3"/>
          </p:nvPr>
        </p:nvSpPr>
        <p:spPr>
          <a:xfrm>
            <a:off x="6053325" y="1371600"/>
            <a:ext cx="2640600" cy="2973300"/>
          </a:xfrm>
          <a:prstGeom prst="roundRect">
            <a:avLst>
              <a:gd name="adj" fmla="val 2630"/>
            </a:avLst>
          </a:prstGeom>
          <a:noFill/>
          <a:ln>
            <a:noFill/>
          </a:ln>
        </p:spPr>
      </p:sp>
      <p:sp>
        <p:nvSpPr>
          <p:cNvPr id="122" name="Google Shape;122;p21"/>
          <p:cNvSpPr>
            <a:spLocks noGrp="1"/>
          </p:cNvSpPr>
          <p:nvPr>
            <p:ph type="pic" idx="4"/>
          </p:nvPr>
        </p:nvSpPr>
        <p:spPr>
          <a:xfrm>
            <a:off x="3251438" y="1371600"/>
            <a:ext cx="2640600" cy="2973300"/>
          </a:xfrm>
          <a:prstGeom prst="roundRect">
            <a:avLst>
              <a:gd name="adj" fmla="val 2630"/>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12: Title and three placeholder ">
  <p:cSld name="ONE_COLUMN_TEXT_1_1_1_1_1_1_1_1_1">
    <p:spTree>
      <p:nvGrpSpPr>
        <p:cNvPr id="1" name="Shape 123"/>
        <p:cNvGrpSpPr/>
        <p:nvPr/>
      </p:nvGrpSpPr>
      <p:grpSpPr>
        <a:xfrm>
          <a:off x="0" y="0"/>
          <a:ext cx="0" cy="0"/>
          <a:chOff x="0" y="0"/>
          <a:chExt cx="0" cy="0"/>
        </a:xfrm>
      </p:grpSpPr>
      <p:sp>
        <p:nvSpPr>
          <p:cNvPr id="124" name="Google Shape;124;p22"/>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25" name="Google Shape;125;p22"/>
          <p:cNvSpPr txBox="1">
            <a:spLocks noGrp="1"/>
          </p:cNvSpPr>
          <p:nvPr>
            <p:ph type="title"/>
          </p:nvPr>
        </p:nvSpPr>
        <p:spPr>
          <a:xfrm>
            <a:off x="455775" y="456794"/>
            <a:ext cx="8238000" cy="8082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126" name="Google Shape;126;p22"/>
          <p:cNvSpPr txBox="1">
            <a:spLocks noGrp="1"/>
          </p:cNvSpPr>
          <p:nvPr>
            <p:ph type="body" idx="1"/>
          </p:nvPr>
        </p:nvSpPr>
        <p:spPr>
          <a:xfrm>
            <a:off x="456075" y="3833700"/>
            <a:ext cx="2634000" cy="5112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127" name="Google Shape;127;p22"/>
          <p:cNvSpPr txBox="1">
            <a:spLocks noGrp="1"/>
          </p:cNvSpPr>
          <p:nvPr>
            <p:ph type="body" idx="2"/>
          </p:nvPr>
        </p:nvSpPr>
        <p:spPr>
          <a:xfrm>
            <a:off x="3257850" y="3833700"/>
            <a:ext cx="2634000" cy="5112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128" name="Google Shape;128;p22"/>
          <p:cNvSpPr txBox="1">
            <a:spLocks noGrp="1"/>
          </p:cNvSpPr>
          <p:nvPr>
            <p:ph type="body" idx="3"/>
          </p:nvPr>
        </p:nvSpPr>
        <p:spPr>
          <a:xfrm>
            <a:off x="6059625" y="3833700"/>
            <a:ext cx="2634000" cy="5112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200">
                <a:solidFill>
                  <a:schemeClr val="dk1"/>
                </a:solidFill>
              </a:defRPr>
            </a:lvl1pPr>
            <a:lvl2pPr marL="914400" lvl="1" indent="-304800">
              <a:spcBef>
                <a:spcPts val="1000"/>
              </a:spcBef>
              <a:spcAft>
                <a:spcPts val="0"/>
              </a:spcAft>
              <a:buSzPts val="1200"/>
              <a:buChar char="○"/>
              <a:defRPr sz="1200">
                <a:solidFill>
                  <a:schemeClr val="dk1"/>
                </a:solidFill>
              </a:defRPr>
            </a:lvl2pPr>
            <a:lvl3pPr marL="1371600" lvl="2" indent="-304800">
              <a:spcBef>
                <a:spcPts val="1000"/>
              </a:spcBef>
              <a:spcAft>
                <a:spcPts val="0"/>
              </a:spcAft>
              <a:buSzPts val="1200"/>
              <a:buChar char="■"/>
              <a:defRPr sz="1200">
                <a:solidFill>
                  <a:schemeClr val="dk1"/>
                </a:solidFill>
              </a:defRPr>
            </a:lvl3pPr>
            <a:lvl4pPr marL="1828800" lvl="3" indent="-304800">
              <a:spcBef>
                <a:spcPts val="1000"/>
              </a:spcBef>
              <a:spcAft>
                <a:spcPts val="0"/>
              </a:spcAft>
              <a:buSzPts val="1200"/>
              <a:buChar char="●"/>
              <a:defRPr sz="1200">
                <a:solidFill>
                  <a:schemeClr val="dk1"/>
                </a:solidFill>
              </a:defRPr>
            </a:lvl4pPr>
            <a:lvl5pPr marL="2286000" lvl="4" indent="-304800">
              <a:spcBef>
                <a:spcPts val="1000"/>
              </a:spcBef>
              <a:spcAft>
                <a:spcPts val="0"/>
              </a:spcAft>
              <a:buSzPts val="1200"/>
              <a:buChar char="○"/>
              <a:defRPr sz="1200">
                <a:solidFill>
                  <a:schemeClr val="dk1"/>
                </a:solidFill>
              </a:defRPr>
            </a:lvl5pPr>
            <a:lvl6pPr marL="2743200" lvl="5" indent="-304800">
              <a:spcBef>
                <a:spcPts val="1000"/>
              </a:spcBef>
              <a:spcAft>
                <a:spcPts val="0"/>
              </a:spcAft>
              <a:buSzPts val="1200"/>
              <a:buChar char="■"/>
              <a:defRPr sz="1200">
                <a:solidFill>
                  <a:schemeClr val="dk1"/>
                </a:solidFill>
              </a:defRPr>
            </a:lvl6pPr>
            <a:lvl7pPr marL="3200400" lvl="6" indent="-304800">
              <a:spcBef>
                <a:spcPts val="1000"/>
              </a:spcBef>
              <a:spcAft>
                <a:spcPts val="0"/>
              </a:spcAft>
              <a:buSzPts val="1200"/>
              <a:buChar char="●"/>
              <a:defRPr sz="1200">
                <a:solidFill>
                  <a:schemeClr val="dk1"/>
                </a:solidFill>
              </a:defRPr>
            </a:lvl7pPr>
            <a:lvl8pPr marL="3657600" lvl="7" indent="-304800">
              <a:spcBef>
                <a:spcPts val="1000"/>
              </a:spcBef>
              <a:spcAft>
                <a:spcPts val="0"/>
              </a:spcAft>
              <a:buSzPts val="1200"/>
              <a:buChar char="○"/>
              <a:defRPr sz="1200">
                <a:solidFill>
                  <a:schemeClr val="dk1"/>
                </a:solidFill>
              </a:defRPr>
            </a:lvl8pPr>
            <a:lvl9pPr marL="4114800" lvl="8" indent="-304800">
              <a:spcBef>
                <a:spcPts val="1000"/>
              </a:spcBef>
              <a:spcAft>
                <a:spcPts val="1000"/>
              </a:spcAft>
              <a:buSzPts val="1200"/>
              <a:buChar char="■"/>
              <a:defRPr sz="1200">
                <a:solidFill>
                  <a:schemeClr val="dk1"/>
                </a:solidFill>
              </a:defRPr>
            </a:lvl9pPr>
          </a:lstStyle>
          <a:p>
            <a:endParaRPr/>
          </a:p>
        </p:txBody>
      </p:sp>
      <p:sp>
        <p:nvSpPr>
          <p:cNvPr id="129" name="Google Shape;129;p22"/>
          <p:cNvSpPr>
            <a:spLocks noGrp="1"/>
          </p:cNvSpPr>
          <p:nvPr>
            <p:ph type="pic" idx="4"/>
          </p:nvPr>
        </p:nvSpPr>
        <p:spPr>
          <a:xfrm>
            <a:off x="455700" y="1371600"/>
            <a:ext cx="2634300" cy="2328000"/>
          </a:xfrm>
          <a:prstGeom prst="roundRect">
            <a:avLst>
              <a:gd name="adj" fmla="val 2630"/>
            </a:avLst>
          </a:prstGeom>
          <a:noFill/>
          <a:ln>
            <a:noFill/>
          </a:ln>
        </p:spPr>
      </p:sp>
      <p:sp>
        <p:nvSpPr>
          <p:cNvPr id="130" name="Google Shape;130;p22"/>
          <p:cNvSpPr>
            <a:spLocks noGrp="1"/>
          </p:cNvSpPr>
          <p:nvPr>
            <p:ph type="pic" idx="5"/>
          </p:nvPr>
        </p:nvSpPr>
        <p:spPr>
          <a:xfrm>
            <a:off x="6053325" y="1371600"/>
            <a:ext cx="2640600" cy="2328000"/>
          </a:xfrm>
          <a:prstGeom prst="roundRect">
            <a:avLst>
              <a:gd name="adj" fmla="val 2630"/>
            </a:avLst>
          </a:prstGeom>
          <a:noFill/>
          <a:ln>
            <a:noFill/>
          </a:ln>
        </p:spPr>
      </p:sp>
      <p:sp>
        <p:nvSpPr>
          <p:cNvPr id="131" name="Google Shape;131;p22"/>
          <p:cNvSpPr>
            <a:spLocks noGrp="1"/>
          </p:cNvSpPr>
          <p:nvPr>
            <p:ph type="pic" idx="6"/>
          </p:nvPr>
        </p:nvSpPr>
        <p:spPr>
          <a:xfrm>
            <a:off x="3251438" y="1371600"/>
            <a:ext cx="2640600" cy="2328000"/>
          </a:xfrm>
          <a:prstGeom prst="roundRect">
            <a:avLst>
              <a:gd name="adj" fmla="val 2630"/>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1: Quote">
  <p:cSld name="MAIN_POINT_1_1_1">
    <p:bg>
      <p:bgPr>
        <a:solidFill>
          <a:schemeClr val="lt2"/>
        </a:solidFill>
        <a:effectLst/>
      </p:bgPr>
    </p:bg>
    <p:spTree>
      <p:nvGrpSpPr>
        <p:cNvPr id="1" name="Shape 132"/>
        <p:cNvGrpSpPr/>
        <p:nvPr/>
      </p:nvGrpSpPr>
      <p:grpSpPr>
        <a:xfrm>
          <a:off x="0" y="0"/>
          <a:ext cx="0" cy="0"/>
          <a:chOff x="0" y="0"/>
          <a:chExt cx="0" cy="0"/>
        </a:xfrm>
      </p:grpSpPr>
      <p:sp>
        <p:nvSpPr>
          <p:cNvPr id="133" name="Google Shape;133;p23"/>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34" name="Google Shape;134;p23"/>
          <p:cNvSpPr txBox="1">
            <a:spLocks noGrp="1"/>
          </p:cNvSpPr>
          <p:nvPr>
            <p:ph type="title"/>
          </p:nvPr>
        </p:nvSpPr>
        <p:spPr>
          <a:xfrm>
            <a:off x="455775" y="940426"/>
            <a:ext cx="6840600" cy="2253000"/>
          </a:xfrm>
          <a:prstGeom prst="rect">
            <a:avLst/>
          </a:prstGeom>
        </p:spPr>
        <p:txBody>
          <a:bodyPr spcFirstLastPara="1" wrap="square" lIns="0" tIns="0" rIns="0" bIns="0" anchor="t" anchorCtr="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a:endParaRPr/>
          </a:p>
        </p:txBody>
      </p:sp>
      <p:sp>
        <p:nvSpPr>
          <p:cNvPr id="135" name="Google Shape;135;p23"/>
          <p:cNvSpPr txBox="1">
            <a:spLocks noGrp="1"/>
          </p:cNvSpPr>
          <p:nvPr>
            <p:ph type="subTitle" idx="1"/>
          </p:nvPr>
        </p:nvSpPr>
        <p:spPr>
          <a:xfrm>
            <a:off x="455775" y="3429000"/>
            <a:ext cx="3705000" cy="82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200"/>
              <a:buFont typeface="Poppins Medium"/>
              <a:buNone/>
              <a:defRPr sz="1200">
                <a:solidFill>
                  <a:schemeClr val="dk1"/>
                </a:solidFill>
                <a:latin typeface="Poppins Medium"/>
                <a:ea typeface="Poppins Medium"/>
                <a:cs typeface="Poppins Medium"/>
                <a:sym typeface="Poppins Medium"/>
              </a:defRPr>
            </a:lvl1pPr>
            <a:lvl2pPr lvl="1">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2pPr>
            <a:lvl3pPr lvl="2">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3pPr>
            <a:lvl4pPr lvl="3">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4pPr>
            <a:lvl5pPr lvl="4">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5pPr>
            <a:lvl6pPr lvl="5">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6pPr>
            <a:lvl7pPr lvl="6">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7pPr>
            <a:lvl8pPr lvl="7">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8pPr>
            <a:lvl9pPr lvl="8">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9pPr>
          </a:lstStyle>
          <a:p>
            <a:endParaRPr/>
          </a:p>
        </p:txBody>
      </p:sp>
      <p:sp>
        <p:nvSpPr>
          <p:cNvPr id="136" name="Google Shape;136;p23"/>
          <p:cNvSpPr txBox="1"/>
          <p:nvPr/>
        </p:nvSpPr>
        <p:spPr>
          <a:xfrm>
            <a:off x="455775" y="296906"/>
            <a:ext cx="604500" cy="92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chemeClr val="dk1"/>
                </a:solidFill>
                <a:latin typeface="Lora SemiBold"/>
                <a:ea typeface="Lora SemiBold"/>
                <a:cs typeface="Lora SemiBold"/>
                <a:sym typeface="Lora SemiBold"/>
              </a:rPr>
              <a:t>“</a:t>
            </a:r>
            <a:endParaRPr sz="7200">
              <a:solidFill>
                <a:schemeClr val="dk1"/>
              </a:solidFill>
              <a:latin typeface="Lora SemiBold"/>
              <a:ea typeface="Lora SemiBold"/>
              <a:cs typeface="Lora SemiBold"/>
              <a:sym typeface="Lora SemiBo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E2: Quote ">
  <p:cSld name="MAIN_POINT_1_1_1_2">
    <p:bg>
      <p:bgPr>
        <a:solidFill>
          <a:schemeClr val="lt1"/>
        </a:solidFill>
        <a:effectLst/>
      </p:bgPr>
    </p:bg>
    <p:spTree>
      <p:nvGrpSpPr>
        <p:cNvPr id="1" name="Shape 137"/>
        <p:cNvGrpSpPr/>
        <p:nvPr/>
      </p:nvGrpSpPr>
      <p:grpSpPr>
        <a:xfrm>
          <a:off x="0" y="0"/>
          <a:ext cx="0" cy="0"/>
          <a:chOff x="0" y="0"/>
          <a:chExt cx="0" cy="0"/>
        </a:xfrm>
      </p:grpSpPr>
      <p:sp>
        <p:nvSpPr>
          <p:cNvPr id="138" name="Google Shape;138;p24"/>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39" name="Google Shape;139;p24"/>
          <p:cNvSpPr txBox="1">
            <a:spLocks noGrp="1"/>
          </p:cNvSpPr>
          <p:nvPr>
            <p:ph type="title"/>
          </p:nvPr>
        </p:nvSpPr>
        <p:spPr>
          <a:xfrm>
            <a:off x="455775" y="940425"/>
            <a:ext cx="2634300" cy="2253000"/>
          </a:xfrm>
          <a:prstGeom prst="rect">
            <a:avLst/>
          </a:prstGeom>
        </p:spPr>
        <p:txBody>
          <a:bodyPr spcFirstLastPara="1" wrap="square" lIns="0" tIns="0" rIns="0" bIns="0" anchor="t" anchorCtr="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a:endParaRPr/>
          </a:p>
        </p:txBody>
      </p:sp>
      <p:sp>
        <p:nvSpPr>
          <p:cNvPr id="140" name="Google Shape;140;p24"/>
          <p:cNvSpPr txBox="1">
            <a:spLocks noGrp="1"/>
          </p:cNvSpPr>
          <p:nvPr>
            <p:ph type="subTitle" idx="1"/>
          </p:nvPr>
        </p:nvSpPr>
        <p:spPr>
          <a:xfrm>
            <a:off x="455775" y="3429000"/>
            <a:ext cx="2634300" cy="82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200"/>
              <a:buFont typeface="Poppins Medium"/>
              <a:buNone/>
              <a:defRPr sz="1200">
                <a:solidFill>
                  <a:schemeClr val="dk1"/>
                </a:solidFill>
                <a:latin typeface="Poppins Medium"/>
                <a:ea typeface="Poppins Medium"/>
                <a:cs typeface="Poppins Medium"/>
                <a:sym typeface="Poppins Medium"/>
              </a:defRPr>
            </a:lvl1pPr>
            <a:lvl2pPr lvl="1">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2pPr>
            <a:lvl3pPr lvl="2">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3pPr>
            <a:lvl4pPr lvl="3">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4pPr>
            <a:lvl5pPr lvl="4">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5pPr>
            <a:lvl6pPr lvl="5">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6pPr>
            <a:lvl7pPr lvl="6">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7pPr>
            <a:lvl8pPr lvl="7">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8pPr>
            <a:lvl9pPr lvl="8">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9pPr>
          </a:lstStyle>
          <a:p>
            <a:endParaRPr/>
          </a:p>
        </p:txBody>
      </p:sp>
      <p:sp>
        <p:nvSpPr>
          <p:cNvPr id="141" name="Google Shape;141;p24"/>
          <p:cNvSpPr txBox="1"/>
          <p:nvPr/>
        </p:nvSpPr>
        <p:spPr>
          <a:xfrm>
            <a:off x="455775" y="296906"/>
            <a:ext cx="604500" cy="92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rgbClr val="B0AEA5"/>
                </a:solidFill>
                <a:latin typeface="Lora SemiBold"/>
                <a:ea typeface="Lora SemiBold"/>
                <a:cs typeface="Lora SemiBold"/>
                <a:sym typeface="Lora SemiBold"/>
              </a:rPr>
              <a:t>“</a:t>
            </a:r>
            <a:endParaRPr sz="7200">
              <a:solidFill>
                <a:srgbClr val="B0AEA5"/>
              </a:solidFill>
              <a:latin typeface="Lora SemiBold"/>
              <a:ea typeface="Lora SemiBold"/>
              <a:cs typeface="Lora SemiBold"/>
              <a:sym typeface="Lora SemiBold"/>
            </a:endParaRPr>
          </a:p>
        </p:txBody>
      </p:sp>
      <p:sp>
        <p:nvSpPr>
          <p:cNvPr id="142" name="Google Shape;142;p24"/>
          <p:cNvSpPr>
            <a:spLocks noGrp="1"/>
          </p:cNvSpPr>
          <p:nvPr>
            <p:ph type="pic" idx="2"/>
          </p:nvPr>
        </p:nvSpPr>
        <p:spPr>
          <a:xfrm>
            <a:off x="3254975" y="457206"/>
            <a:ext cx="5431800" cy="3887700"/>
          </a:xfrm>
          <a:prstGeom prst="roundRect">
            <a:avLst>
              <a:gd name="adj" fmla="val 2630"/>
            </a:avLst>
          </a:prstGeom>
          <a:noFill/>
          <a:ln>
            <a:noFill/>
          </a:ln>
        </p:spPr>
        <p:txBody>
          <a:bodyPr/>
          <a:lstStyle/>
          <a:p>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3: Statement">
  <p:cSld name="MAIN_POINT_1_1_1_1">
    <p:bg>
      <p:bgPr>
        <a:solidFill>
          <a:schemeClr val="lt2"/>
        </a:solidFill>
        <a:effectLst/>
      </p:bgPr>
    </p:bg>
    <p:spTree>
      <p:nvGrpSpPr>
        <p:cNvPr id="1" name="Shape 143"/>
        <p:cNvGrpSpPr/>
        <p:nvPr/>
      </p:nvGrpSpPr>
      <p:grpSpPr>
        <a:xfrm>
          <a:off x="0" y="0"/>
          <a:ext cx="0" cy="0"/>
          <a:chOff x="0" y="0"/>
          <a:chExt cx="0" cy="0"/>
        </a:xfrm>
      </p:grpSpPr>
      <p:sp>
        <p:nvSpPr>
          <p:cNvPr id="144" name="Google Shape;144;p25"/>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45" name="Google Shape;145;p25"/>
          <p:cNvSpPr txBox="1">
            <a:spLocks noGrp="1"/>
          </p:cNvSpPr>
          <p:nvPr>
            <p:ph type="title"/>
          </p:nvPr>
        </p:nvSpPr>
        <p:spPr>
          <a:xfrm>
            <a:off x="455775" y="1371605"/>
            <a:ext cx="6840600" cy="1821900"/>
          </a:xfrm>
          <a:prstGeom prst="rect">
            <a:avLst/>
          </a:prstGeom>
        </p:spPr>
        <p:txBody>
          <a:bodyPr spcFirstLastPara="1" wrap="square" lIns="0" tIns="0" rIns="0" bIns="0" anchor="t" anchorCtr="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a:endParaRPr/>
          </a:p>
        </p:txBody>
      </p:sp>
      <p:sp>
        <p:nvSpPr>
          <p:cNvPr id="146" name="Google Shape;146;p25"/>
          <p:cNvSpPr txBox="1">
            <a:spLocks noGrp="1"/>
          </p:cNvSpPr>
          <p:nvPr>
            <p:ph type="subTitle" idx="1"/>
          </p:nvPr>
        </p:nvSpPr>
        <p:spPr>
          <a:xfrm>
            <a:off x="455775" y="3429000"/>
            <a:ext cx="3705000" cy="8211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dk1"/>
              </a:buClr>
              <a:buSzPts val="1200"/>
              <a:buFont typeface="Poppins Medium"/>
              <a:buNone/>
              <a:defRPr sz="1200">
                <a:solidFill>
                  <a:schemeClr val="dk1"/>
                </a:solidFill>
                <a:latin typeface="Poppins Medium"/>
                <a:ea typeface="Poppins Medium"/>
                <a:cs typeface="Poppins Medium"/>
                <a:sym typeface="Poppins Medium"/>
              </a:defRPr>
            </a:lvl1pPr>
            <a:lvl2pPr lvl="1">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2pPr>
            <a:lvl3pPr lvl="2">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3pPr>
            <a:lvl4pPr lvl="3">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4pPr>
            <a:lvl5pPr lvl="4">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5pPr>
            <a:lvl6pPr lvl="5">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6pPr>
            <a:lvl7pPr lvl="6">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7pPr>
            <a:lvl8pPr lvl="7">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8pPr>
            <a:lvl9pPr lvl="8">
              <a:lnSpc>
                <a:spcPct val="90000"/>
              </a:lnSpc>
              <a:spcBef>
                <a:spcPts val="0"/>
              </a:spcBef>
              <a:spcAft>
                <a:spcPts val="0"/>
              </a:spcAft>
              <a:buClr>
                <a:schemeClr val="dk1"/>
              </a:buClr>
              <a:buSzPts val="1600"/>
              <a:buFont typeface="Poppins"/>
              <a:buNone/>
              <a:defRPr sz="1600">
                <a:solidFill>
                  <a:schemeClr val="dk1"/>
                </a:solidFill>
                <a:latin typeface="Poppins"/>
                <a:ea typeface="Poppins"/>
                <a:cs typeface="Poppins"/>
                <a:sym typeface="Poppins"/>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E4: Statement with icon">
  <p:cSld name="MAIN_POINT_1_1_1_1_1">
    <p:bg>
      <p:bgPr>
        <a:solidFill>
          <a:schemeClr val="lt2"/>
        </a:solidFill>
        <a:effectLst/>
      </p:bgPr>
    </p:bg>
    <p:spTree>
      <p:nvGrpSpPr>
        <p:cNvPr id="1" name="Shape 147"/>
        <p:cNvGrpSpPr/>
        <p:nvPr/>
      </p:nvGrpSpPr>
      <p:grpSpPr>
        <a:xfrm>
          <a:off x="0" y="0"/>
          <a:ext cx="0" cy="0"/>
          <a:chOff x="0" y="0"/>
          <a:chExt cx="0" cy="0"/>
        </a:xfrm>
      </p:grpSpPr>
      <p:sp>
        <p:nvSpPr>
          <p:cNvPr id="148" name="Google Shape;148;p26"/>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solidFill>
                  <a:srgbClr val="B0AEA5"/>
                </a:solidFill>
                <a:latin typeface="Poppins"/>
                <a:ea typeface="Poppins"/>
                <a:cs typeface="Poppins"/>
                <a:sym typeface="Poppins"/>
              </a:defRPr>
            </a:lvl1pPr>
            <a:lvl2pPr lvl="1" algn="r">
              <a:lnSpc>
                <a:spcPct val="80000"/>
              </a:lnSpc>
              <a:buSzPts val="1000"/>
              <a:buNone/>
              <a:defRPr>
                <a:solidFill>
                  <a:srgbClr val="B0AEA5"/>
                </a:solidFill>
                <a:latin typeface="Poppins"/>
                <a:ea typeface="Poppins"/>
                <a:cs typeface="Poppins"/>
                <a:sym typeface="Poppins"/>
              </a:defRPr>
            </a:lvl2pPr>
            <a:lvl3pPr lvl="2" algn="r">
              <a:lnSpc>
                <a:spcPct val="80000"/>
              </a:lnSpc>
              <a:buSzPts val="1000"/>
              <a:buNone/>
              <a:defRPr>
                <a:solidFill>
                  <a:srgbClr val="B0AEA5"/>
                </a:solidFill>
                <a:latin typeface="Poppins"/>
                <a:ea typeface="Poppins"/>
                <a:cs typeface="Poppins"/>
                <a:sym typeface="Poppins"/>
              </a:defRPr>
            </a:lvl3pPr>
            <a:lvl4pPr lvl="3" algn="r">
              <a:lnSpc>
                <a:spcPct val="80000"/>
              </a:lnSpc>
              <a:buSzPts val="1000"/>
              <a:buNone/>
              <a:defRPr>
                <a:solidFill>
                  <a:srgbClr val="B0AEA5"/>
                </a:solidFill>
                <a:latin typeface="Poppins"/>
                <a:ea typeface="Poppins"/>
                <a:cs typeface="Poppins"/>
                <a:sym typeface="Poppins"/>
              </a:defRPr>
            </a:lvl4pPr>
            <a:lvl5pPr lvl="4" algn="r">
              <a:lnSpc>
                <a:spcPct val="80000"/>
              </a:lnSpc>
              <a:buSzPts val="1000"/>
              <a:buNone/>
              <a:defRPr>
                <a:solidFill>
                  <a:srgbClr val="B0AEA5"/>
                </a:solidFill>
                <a:latin typeface="Poppins"/>
                <a:ea typeface="Poppins"/>
                <a:cs typeface="Poppins"/>
                <a:sym typeface="Poppins"/>
              </a:defRPr>
            </a:lvl5pPr>
            <a:lvl6pPr lvl="5" algn="r">
              <a:lnSpc>
                <a:spcPct val="80000"/>
              </a:lnSpc>
              <a:buSzPts val="1000"/>
              <a:buNone/>
              <a:defRPr>
                <a:solidFill>
                  <a:srgbClr val="B0AEA5"/>
                </a:solidFill>
                <a:latin typeface="Poppins"/>
                <a:ea typeface="Poppins"/>
                <a:cs typeface="Poppins"/>
                <a:sym typeface="Poppins"/>
              </a:defRPr>
            </a:lvl6pPr>
            <a:lvl7pPr lvl="6" algn="r">
              <a:lnSpc>
                <a:spcPct val="80000"/>
              </a:lnSpc>
              <a:buSzPts val="1000"/>
              <a:buNone/>
              <a:defRPr>
                <a:solidFill>
                  <a:srgbClr val="B0AEA5"/>
                </a:solidFill>
                <a:latin typeface="Poppins"/>
                <a:ea typeface="Poppins"/>
                <a:cs typeface="Poppins"/>
                <a:sym typeface="Poppins"/>
              </a:defRPr>
            </a:lvl7pPr>
            <a:lvl8pPr lvl="7" algn="r">
              <a:lnSpc>
                <a:spcPct val="80000"/>
              </a:lnSpc>
              <a:buSzPts val="1000"/>
              <a:buNone/>
              <a:defRPr>
                <a:solidFill>
                  <a:srgbClr val="B0AEA5"/>
                </a:solidFill>
                <a:latin typeface="Poppins"/>
                <a:ea typeface="Poppins"/>
                <a:cs typeface="Poppins"/>
                <a:sym typeface="Poppins"/>
              </a:defRPr>
            </a:lvl8pPr>
            <a:lvl9pPr lvl="8" algn="r">
              <a:lnSpc>
                <a:spcPct val="80000"/>
              </a:lnSpc>
              <a:buSzPts val="1000"/>
              <a:buNone/>
              <a:defRPr>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49" name="Google Shape;149;p26"/>
          <p:cNvSpPr txBox="1">
            <a:spLocks noGrp="1"/>
          </p:cNvSpPr>
          <p:nvPr>
            <p:ph type="title"/>
          </p:nvPr>
        </p:nvSpPr>
        <p:spPr>
          <a:xfrm>
            <a:off x="455775" y="2571755"/>
            <a:ext cx="6840600" cy="1821900"/>
          </a:xfrm>
          <a:prstGeom prst="rect">
            <a:avLst/>
          </a:prstGeom>
        </p:spPr>
        <p:txBody>
          <a:bodyPr spcFirstLastPara="1" wrap="square" lIns="0" tIns="0" rIns="0" bIns="0" anchor="t" anchorCtr="0">
            <a:noAutofit/>
          </a:bodyPr>
          <a:lstStyle>
            <a:lvl1pPr lvl="0">
              <a:spcBef>
                <a:spcPts val="0"/>
              </a:spcBef>
              <a:spcAft>
                <a:spcPts val="0"/>
              </a:spcAft>
              <a:buSzPts val="2600"/>
              <a:buFont typeface="Lora"/>
              <a:buNone/>
              <a:defRPr sz="2600">
                <a:latin typeface="Lora"/>
                <a:ea typeface="Lora"/>
                <a:cs typeface="Lora"/>
                <a:sym typeface="Lora"/>
              </a:defRPr>
            </a:lvl1pPr>
            <a:lvl2pPr lvl="1">
              <a:spcBef>
                <a:spcPts val="0"/>
              </a:spcBef>
              <a:spcAft>
                <a:spcPts val="0"/>
              </a:spcAft>
              <a:buSzPts val="4600"/>
              <a:buNone/>
              <a:defRPr sz="4600"/>
            </a:lvl2pPr>
            <a:lvl3pPr lvl="2">
              <a:spcBef>
                <a:spcPts val="0"/>
              </a:spcBef>
              <a:spcAft>
                <a:spcPts val="0"/>
              </a:spcAft>
              <a:buSzPts val="4600"/>
              <a:buNone/>
              <a:defRPr sz="4600"/>
            </a:lvl3pPr>
            <a:lvl4pPr lvl="3">
              <a:spcBef>
                <a:spcPts val="0"/>
              </a:spcBef>
              <a:spcAft>
                <a:spcPts val="0"/>
              </a:spcAft>
              <a:buSzPts val="4600"/>
              <a:buNone/>
              <a:defRPr sz="4600"/>
            </a:lvl4pPr>
            <a:lvl5pPr lvl="4">
              <a:spcBef>
                <a:spcPts val="0"/>
              </a:spcBef>
              <a:spcAft>
                <a:spcPts val="0"/>
              </a:spcAft>
              <a:buSzPts val="4600"/>
              <a:buNone/>
              <a:defRPr sz="4600"/>
            </a:lvl5pPr>
            <a:lvl6pPr lvl="5">
              <a:spcBef>
                <a:spcPts val="0"/>
              </a:spcBef>
              <a:spcAft>
                <a:spcPts val="0"/>
              </a:spcAft>
              <a:buSzPts val="4600"/>
              <a:buNone/>
              <a:defRPr sz="4600"/>
            </a:lvl6pPr>
            <a:lvl7pPr lvl="6">
              <a:spcBef>
                <a:spcPts val="0"/>
              </a:spcBef>
              <a:spcAft>
                <a:spcPts val="0"/>
              </a:spcAft>
              <a:buSzPts val="4600"/>
              <a:buNone/>
              <a:defRPr sz="4600"/>
            </a:lvl7pPr>
            <a:lvl8pPr lvl="7">
              <a:spcBef>
                <a:spcPts val="0"/>
              </a:spcBef>
              <a:spcAft>
                <a:spcPts val="0"/>
              </a:spcAft>
              <a:buSzPts val="4600"/>
              <a:buNone/>
              <a:defRPr sz="4600"/>
            </a:lvl8pPr>
            <a:lvl9pPr lvl="8">
              <a:spcBef>
                <a:spcPts val="0"/>
              </a:spcBef>
              <a:spcAft>
                <a:spcPts val="0"/>
              </a:spcAft>
              <a:buSzPts val="4600"/>
              <a:buNone/>
              <a:defRPr sz="4600"/>
            </a:lvl9pPr>
          </a:lstStyle>
          <a:p>
            <a:endParaRPr/>
          </a:p>
        </p:txBody>
      </p:sp>
      <p:sp>
        <p:nvSpPr>
          <p:cNvPr id="150" name="Google Shape;150;p26"/>
          <p:cNvSpPr>
            <a:spLocks noGrp="1"/>
          </p:cNvSpPr>
          <p:nvPr>
            <p:ph type="pic" idx="2"/>
          </p:nvPr>
        </p:nvSpPr>
        <p:spPr>
          <a:xfrm>
            <a:off x="455775" y="457200"/>
            <a:ext cx="1631400" cy="16314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7: Blank">
  <p:cSld name="BLANK_3">
    <p:spTree>
      <p:nvGrpSpPr>
        <p:cNvPr id="1" name="Shape 151"/>
        <p:cNvGrpSpPr/>
        <p:nvPr/>
      </p:nvGrpSpPr>
      <p:grpSpPr>
        <a:xfrm>
          <a:off x="0" y="0"/>
          <a:ext cx="0" cy="0"/>
          <a:chOff x="0" y="0"/>
          <a:chExt cx="0" cy="0"/>
        </a:xfrm>
      </p:grpSpPr>
      <p:sp>
        <p:nvSpPr>
          <p:cNvPr id="152" name="Google Shape;152;p27"/>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G1: Closing">
  <p:cSld name="BLANK_2">
    <p:bg>
      <p:bgPr>
        <a:solidFill>
          <a:schemeClr val="dk1"/>
        </a:solidFill>
        <a:effectLst/>
      </p:bgPr>
    </p:bg>
    <p:spTree>
      <p:nvGrpSpPr>
        <p:cNvPr id="1" name="Shape 153"/>
        <p:cNvGrpSpPr/>
        <p:nvPr/>
      </p:nvGrpSpPr>
      <p:grpSpPr>
        <a:xfrm>
          <a:off x="0" y="0"/>
          <a:ext cx="0" cy="0"/>
          <a:chOff x="0" y="0"/>
          <a:chExt cx="0" cy="0"/>
        </a:xfrm>
      </p:grpSpPr>
      <p:grpSp>
        <p:nvGrpSpPr>
          <p:cNvPr id="154" name="Google Shape;154;p28"/>
          <p:cNvGrpSpPr/>
          <p:nvPr/>
        </p:nvGrpSpPr>
        <p:grpSpPr>
          <a:xfrm>
            <a:off x="3172811" y="2417945"/>
            <a:ext cx="2798759" cy="307894"/>
            <a:chOff x="238125" y="2427150"/>
            <a:chExt cx="7112475" cy="782450"/>
          </a:xfrm>
        </p:grpSpPr>
        <p:sp>
          <p:nvSpPr>
            <p:cNvPr id="155" name="Google Shape;155;p28"/>
            <p:cNvSpPr/>
            <p:nvPr/>
          </p:nvSpPr>
          <p:spPr>
            <a:xfrm>
              <a:off x="1977750" y="2440175"/>
              <a:ext cx="685975" cy="756375"/>
            </a:xfrm>
            <a:custGeom>
              <a:avLst/>
              <a:gdLst/>
              <a:ahLst/>
              <a:cxnLst/>
              <a:rect l="l" t="t" r="r" b="b"/>
              <a:pathLst>
                <a:path w="27439" h="30255" extrusionOk="0">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8"/>
            <p:cNvSpPr/>
            <p:nvPr/>
          </p:nvSpPr>
          <p:spPr>
            <a:xfrm>
              <a:off x="1150975" y="2440175"/>
              <a:ext cx="696400" cy="756375"/>
            </a:xfrm>
            <a:custGeom>
              <a:avLst/>
              <a:gdLst/>
              <a:ahLst/>
              <a:cxnLst/>
              <a:rect l="l" t="t" r="r" b="b"/>
              <a:pathLst>
                <a:path w="27856" h="30255" extrusionOk="0">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8"/>
            <p:cNvSpPr/>
            <p:nvPr/>
          </p:nvSpPr>
          <p:spPr>
            <a:xfrm>
              <a:off x="2794100" y="2440175"/>
              <a:ext cx="696425" cy="756375"/>
            </a:xfrm>
            <a:custGeom>
              <a:avLst/>
              <a:gdLst/>
              <a:ahLst/>
              <a:cxnLst/>
              <a:rect l="l" t="t" r="r" b="b"/>
              <a:pathLst>
                <a:path w="27857" h="30255" extrusionOk="0">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8"/>
            <p:cNvSpPr/>
            <p:nvPr/>
          </p:nvSpPr>
          <p:spPr>
            <a:xfrm>
              <a:off x="238125" y="2440175"/>
              <a:ext cx="792900" cy="756375"/>
            </a:xfrm>
            <a:custGeom>
              <a:avLst/>
              <a:gdLst/>
              <a:ahLst/>
              <a:cxnLst/>
              <a:rect l="l" t="t" r="r" b="b"/>
              <a:pathLst>
                <a:path w="31716" h="30255" extrusionOk="0">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8"/>
            <p:cNvSpPr/>
            <p:nvPr/>
          </p:nvSpPr>
          <p:spPr>
            <a:xfrm>
              <a:off x="4481600" y="2427150"/>
              <a:ext cx="759000" cy="782450"/>
            </a:xfrm>
            <a:custGeom>
              <a:avLst/>
              <a:gdLst/>
              <a:ahLst/>
              <a:cxnLst/>
              <a:rect l="l" t="t" r="r" b="b"/>
              <a:pathLst>
                <a:path w="30360" h="31298" extrusionOk="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8"/>
            <p:cNvSpPr/>
            <p:nvPr/>
          </p:nvSpPr>
          <p:spPr>
            <a:xfrm>
              <a:off x="6630725" y="2427150"/>
              <a:ext cx="719875" cy="782450"/>
            </a:xfrm>
            <a:custGeom>
              <a:avLst/>
              <a:gdLst/>
              <a:ahLst/>
              <a:cxnLst/>
              <a:rect l="l" t="t" r="r" b="b"/>
              <a:pathLst>
                <a:path w="28795" h="31298" extrusionOk="0">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8"/>
            <p:cNvSpPr/>
            <p:nvPr/>
          </p:nvSpPr>
          <p:spPr>
            <a:xfrm>
              <a:off x="6119525" y="2440175"/>
              <a:ext cx="477300" cy="756375"/>
            </a:xfrm>
            <a:custGeom>
              <a:avLst/>
              <a:gdLst/>
              <a:ahLst/>
              <a:cxnLst/>
              <a:rect l="l" t="t" r="r" b="b"/>
              <a:pathLst>
                <a:path w="19092" h="30255" extrusionOk="0">
                  <a:moveTo>
                    <a:pt x="0" y="1"/>
                  </a:moveTo>
                  <a:lnTo>
                    <a:pt x="12311" y="30255"/>
                  </a:lnTo>
                  <a:lnTo>
                    <a:pt x="19092" y="30255"/>
                  </a:lnTo>
                  <a:lnTo>
                    <a:pt x="67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8"/>
            <p:cNvSpPr/>
            <p:nvPr/>
          </p:nvSpPr>
          <p:spPr>
            <a:xfrm>
              <a:off x="5394450" y="2440175"/>
              <a:ext cx="659875" cy="756375"/>
            </a:xfrm>
            <a:custGeom>
              <a:avLst/>
              <a:gdLst/>
              <a:ahLst/>
              <a:cxnLst/>
              <a:rect l="l" t="t" r="r" b="b"/>
              <a:pathLst>
                <a:path w="26395" h="30255" extrusionOk="0">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8"/>
            <p:cNvSpPr/>
            <p:nvPr/>
          </p:nvSpPr>
          <p:spPr>
            <a:xfrm>
              <a:off x="3693925" y="2440175"/>
              <a:ext cx="699000" cy="756375"/>
            </a:xfrm>
            <a:custGeom>
              <a:avLst/>
              <a:gdLst/>
              <a:ahLst/>
              <a:cxnLst/>
              <a:rect l="l" t="t" r="r" b="b"/>
              <a:pathLst>
                <a:path w="27960" h="30255" extrusionOk="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28"/>
          <p:cNvSpPr/>
          <p:nvPr/>
        </p:nvSpPr>
        <p:spPr>
          <a:xfrm>
            <a:off x="0" y="4509550"/>
            <a:ext cx="9144000" cy="633900"/>
          </a:xfrm>
          <a:prstGeom prst="rect">
            <a:avLst/>
          </a:prstGeom>
          <a:solidFill>
            <a:schemeClr val="dk1"/>
          </a:solidFill>
          <a:ln>
            <a:noFill/>
          </a:ln>
        </p:spPr>
        <p:txBody>
          <a:bodyPr spcFirstLastPara="1" wrap="square" lIns="45725" tIns="45725" rIns="45725" bIns="45725" anchor="ctr" anchorCtr="0">
            <a:noAutofit/>
          </a:bodyPr>
          <a:lstStyle/>
          <a:p>
            <a:pPr marL="0" lvl="0" indent="0" algn="ctr" rtl="0">
              <a:spcBef>
                <a:spcPts val="0"/>
              </a:spcBef>
              <a:spcAft>
                <a:spcPts val="0"/>
              </a:spcAft>
              <a:buNone/>
            </a:pPr>
            <a:endParaRPr sz="700">
              <a:latin typeface="Lora"/>
              <a:ea typeface="Lora"/>
              <a:cs typeface="Lora"/>
              <a:sym typeface="Lor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G2: Closing + Text">
  <p:cSld name="BLANK_2_1">
    <p:bg>
      <p:bgPr>
        <a:solidFill>
          <a:schemeClr val="dk1"/>
        </a:solidFill>
        <a:effectLst/>
      </p:bgPr>
    </p:bg>
    <p:spTree>
      <p:nvGrpSpPr>
        <p:cNvPr id="1" name="Shape 165"/>
        <p:cNvGrpSpPr/>
        <p:nvPr/>
      </p:nvGrpSpPr>
      <p:grpSpPr>
        <a:xfrm>
          <a:off x="0" y="0"/>
          <a:ext cx="0" cy="0"/>
          <a:chOff x="0" y="0"/>
          <a:chExt cx="0" cy="0"/>
        </a:xfrm>
      </p:grpSpPr>
      <p:sp>
        <p:nvSpPr>
          <p:cNvPr id="166" name="Google Shape;166;p29"/>
          <p:cNvSpPr/>
          <p:nvPr/>
        </p:nvSpPr>
        <p:spPr>
          <a:xfrm>
            <a:off x="6752963" y="4344798"/>
            <a:ext cx="2391000" cy="798600"/>
          </a:xfrm>
          <a:prstGeom prst="rect">
            <a:avLst/>
          </a:prstGeom>
          <a:solidFill>
            <a:schemeClr val="dk1"/>
          </a:solidFill>
          <a:ln>
            <a:noFill/>
          </a:ln>
        </p:spPr>
        <p:txBody>
          <a:bodyPr spcFirstLastPara="1" wrap="square" lIns="45725" tIns="45725" rIns="45725" bIns="45725" anchor="ctr"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167" name="Google Shape;167;p29"/>
          <p:cNvSpPr txBox="1"/>
          <p:nvPr/>
        </p:nvSpPr>
        <p:spPr>
          <a:xfrm>
            <a:off x="4626925" y="4693688"/>
            <a:ext cx="4059900" cy="107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
        <p:nvSpPr>
          <p:cNvPr id="168" name="Google Shape;168;p29"/>
          <p:cNvSpPr/>
          <p:nvPr/>
        </p:nvSpPr>
        <p:spPr>
          <a:xfrm>
            <a:off x="0" y="4509550"/>
            <a:ext cx="9144000" cy="633900"/>
          </a:xfrm>
          <a:prstGeom prst="rect">
            <a:avLst/>
          </a:prstGeom>
          <a:solidFill>
            <a:schemeClr val="dk1"/>
          </a:solidFill>
          <a:ln>
            <a:noFill/>
          </a:ln>
        </p:spPr>
        <p:txBody>
          <a:bodyPr spcFirstLastPara="1" wrap="square" lIns="45725" tIns="45725" rIns="45725" bIns="45725" anchor="ctr" anchorCtr="0">
            <a:noAutofit/>
          </a:bodyPr>
          <a:lstStyle/>
          <a:p>
            <a:pPr marL="0" lvl="0" indent="0" algn="ctr" rtl="0">
              <a:spcBef>
                <a:spcPts val="0"/>
              </a:spcBef>
              <a:spcAft>
                <a:spcPts val="0"/>
              </a:spcAft>
              <a:buNone/>
            </a:pPr>
            <a:endParaRPr sz="700">
              <a:latin typeface="Lora"/>
              <a:ea typeface="Lora"/>
              <a:cs typeface="Lora"/>
              <a:sym typeface="Lora"/>
            </a:endParaRPr>
          </a:p>
        </p:txBody>
      </p:sp>
      <p:grpSp>
        <p:nvGrpSpPr>
          <p:cNvPr id="169" name="Google Shape;169;p29"/>
          <p:cNvGrpSpPr/>
          <p:nvPr/>
        </p:nvGrpSpPr>
        <p:grpSpPr>
          <a:xfrm>
            <a:off x="7080093" y="4624022"/>
            <a:ext cx="1606708" cy="176755"/>
            <a:chOff x="238125" y="2427150"/>
            <a:chExt cx="7112475" cy="782450"/>
          </a:xfrm>
        </p:grpSpPr>
        <p:sp>
          <p:nvSpPr>
            <p:cNvPr id="170" name="Google Shape;170;p29"/>
            <p:cNvSpPr/>
            <p:nvPr/>
          </p:nvSpPr>
          <p:spPr>
            <a:xfrm>
              <a:off x="1977750" y="2440175"/>
              <a:ext cx="685975" cy="756375"/>
            </a:xfrm>
            <a:custGeom>
              <a:avLst/>
              <a:gdLst/>
              <a:ahLst/>
              <a:cxnLst/>
              <a:rect l="l" t="t" r="r" b="b"/>
              <a:pathLst>
                <a:path w="27439" h="30255" extrusionOk="0">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9"/>
            <p:cNvSpPr/>
            <p:nvPr/>
          </p:nvSpPr>
          <p:spPr>
            <a:xfrm>
              <a:off x="1150975" y="2440175"/>
              <a:ext cx="696400" cy="756375"/>
            </a:xfrm>
            <a:custGeom>
              <a:avLst/>
              <a:gdLst/>
              <a:ahLst/>
              <a:cxnLst/>
              <a:rect l="l" t="t" r="r" b="b"/>
              <a:pathLst>
                <a:path w="27856" h="30255" extrusionOk="0">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9"/>
            <p:cNvSpPr/>
            <p:nvPr/>
          </p:nvSpPr>
          <p:spPr>
            <a:xfrm>
              <a:off x="2794100" y="2440175"/>
              <a:ext cx="696425" cy="756375"/>
            </a:xfrm>
            <a:custGeom>
              <a:avLst/>
              <a:gdLst/>
              <a:ahLst/>
              <a:cxnLst/>
              <a:rect l="l" t="t" r="r" b="b"/>
              <a:pathLst>
                <a:path w="27857" h="30255" extrusionOk="0">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9"/>
            <p:cNvSpPr/>
            <p:nvPr/>
          </p:nvSpPr>
          <p:spPr>
            <a:xfrm>
              <a:off x="238125" y="2440175"/>
              <a:ext cx="792900" cy="756375"/>
            </a:xfrm>
            <a:custGeom>
              <a:avLst/>
              <a:gdLst/>
              <a:ahLst/>
              <a:cxnLst/>
              <a:rect l="l" t="t" r="r" b="b"/>
              <a:pathLst>
                <a:path w="31716" h="30255" extrusionOk="0">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9"/>
            <p:cNvSpPr/>
            <p:nvPr/>
          </p:nvSpPr>
          <p:spPr>
            <a:xfrm>
              <a:off x="4481600" y="2427150"/>
              <a:ext cx="759000" cy="782450"/>
            </a:xfrm>
            <a:custGeom>
              <a:avLst/>
              <a:gdLst/>
              <a:ahLst/>
              <a:cxnLst/>
              <a:rect l="l" t="t" r="r" b="b"/>
              <a:pathLst>
                <a:path w="30360" h="31298" extrusionOk="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9"/>
            <p:cNvSpPr/>
            <p:nvPr/>
          </p:nvSpPr>
          <p:spPr>
            <a:xfrm>
              <a:off x="6630725" y="2427150"/>
              <a:ext cx="719875" cy="782450"/>
            </a:xfrm>
            <a:custGeom>
              <a:avLst/>
              <a:gdLst/>
              <a:ahLst/>
              <a:cxnLst/>
              <a:rect l="l" t="t" r="r" b="b"/>
              <a:pathLst>
                <a:path w="28795" h="31298" extrusionOk="0">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9"/>
            <p:cNvSpPr/>
            <p:nvPr/>
          </p:nvSpPr>
          <p:spPr>
            <a:xfrm>
              <a:off x="6119525" y="2440175"/>
              <a:ext cx="477300" cy="756375"/>
            </a:xfrm>
            <a:custGeom>
              <a:avLst/>
              <a:gdLst/>
              <a:ahLst/>
              <a:cxnLst/>
              <a:rect l="l" t="t" r="r" b="b"/>
              <a:pathLst>
                <a:path w="19092" h="30255" extrusionOk="0">
                  <a:moveTo>
                    <a:pt x="0" y="1"/>
                  </a:moveTo>
                  <a:lnTo>
                    <a:pt x="12311" y="30255"/>
                  </a:lnTo>
                  <a:lnTo>
                    <a:pt x="19092" y="30255"/>
                  </a:lnTo>
                  <a:lnTo>
                    <a:pt x="67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9"/>
            <p:cNvSpPr/>
            <p:nvPr/>
          </p:nvSpPr>
          <p:spPr>
            <a:xfrm>
              <a:off x="5394450" y="2440175"/>
              <a:ext cx="659875" cy="756375"/>
            </a:xfrm>
            <a:custGeom>
              <a:avLst/>
              <a:gdLst/>
              <a:ahLst/>
              <a:cxnLst/>
              <a:rect l="l" t="t" r="r" b="b"/>
              <a:pathLst>
                <a:path w="26395" h="30255" extrusionOk="0">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9"/>
            <p:cNvSpPr/>
            <p:nvPr/>
          </p:nvSpPr>
          <p:spPr>
            <a:xfrm>
              <a:off x="3693925" y="2440175"/>
              <a:ext cx="699000" cy="756375"/>
            </a:xfrm>
            <a:custGeom>
              <a:avLst/>
              <a:gdLst/>
              <a:ahLst/>
              <a:cxnLst/>
              <a:rect l="l" t="t" r="r" b="b"/>
              <a:pathLst>
                <a:path w="27960" h="30255" extrusionOk="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9"/>
          <p:cNvSpPr txBox="1">
            <a:spLocks noGrp="1"/>
          </p:cNvSpPr>
          <p:nvPr>
            <p:ph type="ctrTitle"/>
          </p:nvPr>
        </p:nvSpPr>
        <p:spPr>
          <a:xfrm>
            <a:off x="455775" y="1371600"/>
            <a:ext cx="6860400" cy="16542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4800"/>
              <a:buNone/>
              <a:defRPr sz="4800">
                <a:solidFill>
                  <a:schemeClr val="lt1"/>
                </a:solidFill>
              </a:defRPr>
            </a:lvl1pPr>
            <a:lvl2pPr lvl="1" algn="ctr">
              <a:lnSpc>
                <a:spcPct val="90000"/>
              </a:lnSpc>
              <a:spcBef>
                <a:spcPts val="0"/>
              </a:spcBef>
              <a:spcAft>
                <a:spcPts val="0"/>
              </a:spcAft>
              <a:buClr>
                <a:schemeClr val="lt1"/>
              </a:buClr>
              <a:buSzPts val="5200"/>
              <a:buNone/>
              <a:defRPr sz="5200">
                <a:solidFill>
                  <a:schemeClr val="lt1"/>
                </a:solidFill>
              </a:defRPr>
            </a:lvl2pPr>
            <a:lvl3pPr lvl="2" algn="ctr">
              <a:lnSpc>
                <a:spcPct val="90000"/>
              </a:lnSpc>
              <a:spcBef>
                <a:spcPts val="0"/>
              </a:spcBef>
              <a:spcAft>
                <a:spcPts val="0"/>
              </a:spcAft>
              <a:buClr>
                <a:schemeClr val="lt1"/>
              </a:buClr>
              <a:buSzPts val="5200"/>
              <a:buNone/>
              <a:defRPr sz="5200">
                <a:solidFill>
                  <a:schemeClr val="lt1"/>
                </a:solidFill>
              </a:defRPr>
            </a:lvl3pPr>
            <a:lvl4pPr lvl="3" algn="ctr">
              <a:lnSpc>
                <a:spcPct val="90000"/>
              </a:lnSpc>
              <a:spcBef>
                <a:spcPts val="0"/>
              </a:spcBef>
              <a:spcAft>
                <a:spcPts val="0"/>
              </a:spcAft>
              <a:buClr>
                <a:schemeClr val="lt1"/>
              </a:buClr>
              <a:buSzPts val="5200"/>
              <a:buNone/>
              <a:defRPr sz="5200">
                <a:solidFill>
                  <a:schemeClr val="lt1"/>
                </a:solidFill>
              </a:defRPr>
            </a:lvl4pPr>
            <a:lvl5pPr lvl="4" algn="ctr">
              <a:lnSpc>
                <a:spcPct val="90000"/>
              </a:lnSpc>
              <a:spcBef>
                <a:spcPts val="0"/>
              </a:spcBef>
              <a:spcAft>
                <a:spcPts val="0"/>
              </a:spcAft>
              <a:buClr>
                <a:schemeClr val="lt1"/>
              </a:buClr>
              <a:buSzPts val="5200"/>
              <a:buNone/>
              <a:defRPr sz="5200">
                <a:solidFill>
                  <a:schemeClr val="lt1"/>
                </a:solidFill>
              </a:defRPr>
            </a:lvl5pPr>
            <a:lvl6pPr lvl="5" algn="ctr">
              <a:lnSpc>
                <a:spcPct val="90000"/>
              </a:lnSpc>
              <a:spcBef>
                <a:spcPts val="0"/>
              </a:spcBef>
              <a:spcAft>
                <a:spcPts val="0"/>
              </a:spcAft>
              <a:buClr>
                <a:schemeClr val="lt1"/>
              </a:buClr>
              <a:buSzPts val="5200"/>
              <a:buNone/>
              <a:defRPr sz="5200">
                <a:solidFill>
                  <a:schemeClr val="lt1"/>
                </a:solidFill>
              </a:defRPr>
            </a:lvl6pPr>
            <a:lvl7pPr lvl="6" algn="ctr">
              <a:lnSpc>
                <a:spcPct val="90000"/>
              </a:lnSpc>
              <a:spcBef>
                <a:spcPts val="0"/>
              </a:spcBef>
              <a:spcAft>
                <a:spcPts val="0"/>
              </a:spcAft>
              <a:buClr>
                <a:schemeClr val="lt1"/>
              </a:buClr>
              <a:buSzPts val="5200"/>
              <a:buNone/>
              <a:defRPr sz="5200">
                <a:solidFill>
                  <a:schemeClr val="lt1"/>
                </a:solidFill>
              </a:defRPr>
            </a:lvl7pPr>
            <a:lvl8pPr lvl="7" algn="ctr">
              <a:lnSpc>
                <a:spcPct val="90000"/>
              </a:lnSpc>
              <a:spcBef>
                <a:spcPts val="0"/>
              </a:spcBef>
              <a:spcAft>
                <a:spcPts val="0"/>
              </a:spcAft>
              <a:buClr>
                <a:schemeClr val="lt1"/>
              </a:buClr>
              <a:buSzPts val="5200"/>
              <a:buNone/>
              <a:defRPr sz="5200">
                <a:solidFill>
                  <a:schemeClr val="lt1"/>
                </a:solidFill>
              </a:defRPr>
            </a:lvl8pPr>
            <a:lvl9pPr lvl="8" algn="ctr">
              <a:lnSpc>
                <a:spcPct val="90000"/>
              </a:lnSpc>
              <a:spcBef>
                <a:spcPts val="0"/>
              </a:spcBef>
              <a:spcAft>
                <a:spcPts val="0"/>
              </a:spcAft>
              <a:buClr>
                <a:schemeClr val="lt1"/>
              </a:buClr>
              <a:buSzPts val="5200"/>
              <a:buNone/>
              <a:defRPr sz="5200">
                <a:solidFill>
                  <a:schemeClr val="lt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A1: Cover">
  <p:cSld name="TITLE_1_2_2">
    <p:bg>
      <p:bgPr>
        <a:solidFill>
          <a:schemeClr val="dk1"/>
        </a:solidFill>
        <a:effectLst/>
      </p:bgPr>
    </p:bg>
    <p:spTree>
      <p:nvGrpSpPr>
        <p:cNvPr id="1" name="Shape 180"/>
        <p:cNvGrpSpPr/>
        <p:nvPr/>
      </p:nvGrpSpPr>
      <p:grpSpPr>
        <a:xfrm>
          <a:off x="0" y="0"/>
          <a:ext cx="0" cy="0"/>
          <a:chOff x="0" y="0"/>
          <a:chExt cx="0" cy="0"/>
        </a:xfrm>
      </p:grpSpPr>
      <p:sp>
        <p:nvSpPr>
          <p:cNvPr id="181" name="Google Shape;181;p30"/>
          <p:cNvSpPr txBox="1">
            <a:spLocks noGrp="1"/>
          </p:cNvSpPr>
          <p:nvPr>
            <p:ph type="ctrTitle"/>
          </p:nvPr>
        </p:nvSpPr>
        <p:spPr>
          <a:xfrm>
            <a:off x="455775" y="1371600"/>
            <a:ext cx="6860400" cy="16542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4800"/>
              <a:buNone/>
              <a:defRPr sz="4800">
                <a:solidFill>
                  <a:schemeClr val="lt1"/>
                </a:solidFill>
              </a:defRPr>
            </a:lvl1pPr>
            <a:lvl2pPr lvl="1" algn="ctr">
              <a:lnSpc>
                <a:spcPct val="90000"/>
              </a:lnSpc>
              <a:spcBef>
                <a:spcPts val="0"/>
              </a:spcBef>
              <a:spcAft>
                <a:spcPts val="0"/>
              </a:spcAft>
              <a:buClr>
                <a:schemeClr val="lt1"/>
              </a:buClr>
              <a:buSzPts val="5200"/>
              <a:buNone/>
              <a:defRPr sz="5200">
                <a:solidFill>
                  <a:schemeClr val="lt1"/>
                </a:solidFill>
              </a:defRPr>
            </a:lvl2pPr>
            <a:lvl3pPr lvl="2" algn="ctr">
              <a:lnSpc>
                <a:spcPct val="90000"/>
              </a:lnSpc>
              <a:spcBef>
                <a:spcPts val="0"/>
              </a:spcBef>
              <a:spcAft>
                <a:spcPts val="0"/>
              </a:spcAft>
              <a:buClr>
                <a:schemeClr val="lt1"/>
              </a:buClr>
              <a:buSzPts val="5200"/>
              <a:buNone/>
              <a:defRPr sz="5200">
                <a:solidFill>
                  <a:schemeClr val="lt1"/>
                </a:solidFill>
              </a:defRPr>
            </a:lvl3pPr>
            <a:lvl4pPr lvl="3" algn="ctr">
              <a:lnSpc>
                <a:spcPct val="90000"/>
              </a:lnSpc>
              <a:spcBef>
                <a:spcPts val="0"/>
              </a:spcBef>
              <a:spcAft>
                <a:spcPts val="0"/>
              </a:spcAft>
              <a:buClr>
                <a:schemeClr val="lt1"/>
              </a:buClr>
              <a:buSzPts val="5200"/>
              <a:buNone/>
              <a:defRPr sz="5200">
                <a:solidFill>
                  <a:schemeClr val="lt1"/>
                </a:solidFill>
              </a:defRPr>
            </a:lvl4pPr>
            <a:lvl5pPr lvl="4" algn="ctr">
              <a:lnSpc>
                <a:spcPct val="90000"/>
              </a:lnSpc>
              <a:spcBef>
                <a:spcPts val="0"/>
              </a:spcBef>
              <a:spcAft>
                <a:spcPts val="0"/>
              </a:spcAft>
              <a:buClr>
                <a:schemeClr val="lt1"/>
              </a:buClr>
              <a:buSzPts val="5200"/>
              <a:buNone/>
              <a:defRPr sz="5200">
                <a:solidFill>
                  <a:schemeClr val="lt1"/>
                </a:solidFill>
              </a:defRPr>
            </a:lvl5pPr>
            <a:lvl6pPr lvl="5" algn="ctr">
              <a:lnSpc>
                <a:spcPct val="90000"/>
              </a:lnSpc>
              <a:spcBef>
                <a:spcPts val="0"/>
              </a:spcBef>
              <a:spcAft>
                <a:spcPts val="0"/>
              </a:spcAft>
              <a:buClr>
                <a:schemeClr val="lt1"/>
              </a:buClr>
              <a:buSzPts val="5200"/>
              <a:buNone/>
              <a:defRPr sz="5200">
                <a:solidFill>
                  <a:schemeClr val="lt1"/>
                </a:solidFill>
              </a:defRPr>
            </a:lvl6pPr>
            <a:lvl7pPr lvl="6" algn="ctr">
              <a:lnSpc>
                <a:spcPct val="90000"/>
              </a:lnSpc>
              <a:spcBef>
                <a:spcPts val="0"/>
              </a:spcBef>
              <a:spcAft>
                <a:spcPts val="0"/>
              </a:spcAft>
              <a:buClr>
                <a:schemeClr val="lt1"/>
              </a:buClr>
              <a:buSzPts val="5200"/>
              <a:buNone/>
              <a:defRPr sz="5200">
                <a:solidFill>
                  <a:schemeClr val="lt1"/>
                </a:solidFill>
              </a:defRPr>
            </a:lvl7pPr>
            <a:lvl8pPr lvl="7" algn="ctr">
              <a:lnSpc>
                <a:spcPct val="90000"/>
              </a:lnSpc>
              <a:spcBef>
                <a:spcPts val="0"/>
              </a:spcBef>
              <a:spcAft>
                <a:spcPts val="0"/>
              </a:spcAft>
              <a:buClr>
                <a:schemeClr val="lt1"/>
              </a:buClr>
              <a:buSzPts val="5200"/>
              <a:buNone/>
              <a:defRPr sz="5200">
                <a:solidFill>
                  <a:schemeClr val="lt1"/>
                </a:solidFill>
              </a:defRPr>
            </a:lvl8pPr>
            <a:lvl9pPr lvl="8" algn="ctr">
              <a:lnSpc>
                <a:spcPct val="90000"/>
              </a:lnSpc>
              <a:spcBef>
                <a:spcPts val="0"/>
              </a:spcBef>
              <a:spcAft>
                <a:spcPts val="0"/>
              </a:spcAft>
              <a:buClr>
                <a:schemeClr val="lt1"/>
              </a:buClr>
              <a:buSzPts val="5200"/>
              <a:buNone/>
              <a:defRPr sz="5200">
                <a:solidFill>
                  <a:schemeClr val="lt1"/>
                </a:solidFill>
              </a:defRPr>
            </a:lvl9pPr>
          </a:lstStyle>
          <a:p>
            <a:endParaRPr/>
          </a:p>
        </p:txBody>
      </p:sp>
      <p:sp>
        <p:nvSpPr>
          <p:cNvPr id="182" name="Google Shape;182;p30"/>
          <p:cNvSpPr/>
          <p:nvPr/>
        </p:nvSpPr>
        <p:spPr>
          <a:xfrm>
            <a:off x="248825" y="4618350"/>
            <a:ext cx="8679000" cy="2934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Lora"/>
              <a:ea typeface="Lora"/>
              <a:cs typeface="Lora"/>
              <a:sym typeface="Lora"/>
            </a:endParaRPr>
          </a:p>
        </p:txBody>
      </p:sp>
      <p:sp>
        <p:nvSpPr>
          <p:cNvPr id="183" name="Google Shape;183;p30"/>
          <p:cNvSpPr txBox="1">
            <a:spLocks noGrp="1"/>
          </p:cNvSpPr>
          <p:nvPr>
            <p:ph type="subTitle" idx="1"/>
          </p:nvPr>
        </p:nvSpPr>
        <p:spPr>
          <a:xfrm>
            <a:off x="455775" y="3171600"/>
            <a:ext cx="6860400" cy="7926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lt1"/>
              </a:buClr>
              <a:buSzPts val="1600"/>
              <a:buFont typeface="Lora Medium"/>
              <a:buNone/>
              <a:defRPr sz="1600">
                <a:solidFill>
                  <a:schemeClr val="lt1"/>
                </a:solidFill>
                <a:latin typeface="Lora Medium"/>
                <a:ea typeface="Lora Medium"/>
                <a:cs typeface="Lora Medium"/>
                <a:sym typeface="Lora Medium"/>
              </a:defRPr>
            </a:lvl1pPr>
            <a:lvl2pPr lvl="1">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2pPr>
            <a:lvl3pPr lvl="2">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3pPr>
            <a:lvl4pPr lvl="3">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4pPr>
            <a:lvl5pPr lvl="4">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5pPr>
            <a:lvl6pPr lvl="5">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6pPr>
            <a:lvl7pPr lvl="6">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7pPr>
            <a:lvl8pPr lvl="7">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8pPr>
            <a:lvl9pPr lvl="8">
              <a:lnSpc>
                <a:spcPct val="90000"/>
              </a:lnSpc>
              <a:spcBef>
                <a:spcPts val="0"/>
              </a:spcBef>
              <a:spcAft>
                <a:spcPts val="0"/>
              </a:spcAft>
              <a:buClr>
                <a:schemeClr val="lt1"/>
              </a:buClr>
              <a:buSzPts val="1800"/>
              <a:buFont typeface="Poppins"/>
              <a:buNone/>
              <a:defRPr sz="1800">
                <a:solidFill>
                  <a:schemeClr val="lt1"/>
                </a:solidFill>
                <a:latin typeface="Poppins"/>
                <a:ea typeface="Poppins"/>
                <a:cs typeface="Poppins"/>
                <a:sym typeface="Poppins"/>
              </a:defRPr>
            </a:lvl9pPr>
          </a:lstStyle>
          <a:p>
            <a:endParaRPr/>
          </a:p>
        </p:txBody>
      </p:sp>
      <p:sp>
        <p:nvSpPr>
          <p:cNvPr id="184" name="Google Shape;184;p30"/>
          <p:cNvSpPr txBox="1">
            <a:spLocks noGrp="1"/>
          </p:cNvSpPr>
          <p:nvPr>
            <p:ph type="subTitle" idx="2"/>
          </p:nvPr>
        </p:nvSpPr>
        <p:spPr>
          <a:xfrm>
            <a:off x="455775" y="4078849"/>
            <a:ext cx="4058100" cy="6471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1pPr>
            <a:lvl2pPr lvl="1">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2pPr>
            <a:lvl3pPr lvl="2">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3pPr>
            <a:lvl4pPr lvl="3">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4pPr>
            <a:lvl5pPr lvl="4">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5pPr>
            <a:lvl6pPr lvl="5">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6pPr>
            <a:lvl7pPr lvl="6">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7pPr>
            <a:lvl8pPr lvl="7">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8pPr>
            <a:lvl9pPr lvl="8">
              <a:lnSpc>
                <a:spcPct val="100000"/>
              </a:lnSpc>
              <a:spcBef>
                <a:spcPts val="0"/>
              </a:spcBef>
              <a:spcAft>
                <a:spcPts val="0"/>
              </a:spcAft>
              <a:buClr>
                <a:schemeClr val="lt1"/>
              </a:buClr>
              <a:buSzPts val="1000"/>
              <a:buFont typeface="Poppins"/>
              <a:buNone/>
              <a:defRPr sz="1000">
                <a:solidFill>
                  <a:schemeClr val="lt1"/>
                </a:solidFill>
                <a:latin typeface="Poppins"/>
                <a:ea typeface="Poppins"/>
                <a:cs typeface="Poppins"/>
                <a:sym typeface="Poppins"/>
              </a:defRPr>
            </a:lvl9pPr>
          </a:lstStyle>
          <a:p>
            <a:endParaRPr/>
          </a:p>
        </p:txBody>
      </p:sp>
      <p:grpSp>
        <p:nvGrpSpPr>
          <p:cNvPr id="185" name="Google Shape;185;p30"/>
          <p:cNvGrpSpPr/>
          <p:nvPr/>
        </p:nvGrpSpPr>
        <p:grpSpPr>
          <a:xfrm>
            <a:off x="455775" y="457222"/>
            <a:ext cx="1606708" cy="176755"/>
            <a:chOff x="238125" y="2427150"/>
            <a:chExt cx="7112475" cy="782450"/>
          </a:xfrm>
        </p:grpSpPr>
        <p:sp>
          <p:nvSpPr>
            <p:cNvPr id="186" name="Google Shape;186;p30"/>
            <p:cNvSpPr/>
            <p:nvPr/>
          </p:nvSpPr>
          <p:spPr>
            <a:xfrm>
              <a:off x="1977750" y="2440175"/>
              <a:ext cx="685975" cy="756375"/>
            </a:xfrm>
            <a:custGeom>
              <a:avLst/>
              <a:gdLst/>
              <a:ahLst/>
              <a:cxnLst/>
              <a:rect l="l" t="t" r="r" b="b"/>
              <a:pathLst>
                <a:path w="27439" h="30255" extrusionOk="0">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0"/>
            <p:cNvSpPr/>
            <p:nvPr/>
          </p:nvSpPr>
          <p:spPr>
            <a:xfrm>
              <a:off x="1150975" y="2440175"/>
              <a:ext cx="696400" cy="756375"/>
            </a:xfrm>
            <a:custGeom>
              <a:avLst/>
              <a:gdLst/>
              <a:ahLst/>
              <a:cxnLst/>
              <a:rect l="l" t="t" r="r" b="b"/>
              <a:pathLst>
                <a:path w="27856" h="30255" extrusionOk="0">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0"/>
            <p:cNvSpPr/>
            <p:nvPr/>
          </p:nvSpPr>
          <p:spPr>
            <a:xfrm>
              <a:off x="2794100" y="2440175"/>
              <a:ext cx="696425" cy="756375"/>
            </a:xfrm>
            <a:custGeom>
              <a:avLst/>
              <a:gdLst/>
              <a:ahLst/>
              <a:cxnLst/>
              <a:rect l="l" t="t" r="r" b="b"/>
              <a:pathLst>
                <a:path w="27857" h="30255" extrusionOk="0">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0"/>
            <p:cNvSpPr/>
            <p:nvPr/>
          </p:nvSpPr>
          <p:spPr>
            <a:xfrm>
              <a:off x="238125" y="2440175"/>
              <a:ext cx="792900" cy="756375"/>
            </a:xfrm>
            <a:custGeom>
              <a:avLst/>
              <a:gdLst/>
              <a:ahLst/>
              <a:cxnLst/>
              <a:rect l="l" t="t" r="r" b="b"/>
              <a:pathLst>
                <a:path w="31716" h="30255" extrusionOk="0">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0"/>
            <p:cNvSpPr/>
            <p:nvPr/>
          </p:nvSpPr>
          <p:spPr>
            <a:xfrm>
              <a:off x="4481600" y="2427150"/>
              <a:ext cx="759000" cy="782450"/>
            </a:xfrm>
            <a:custGeom>
              <a:avLst/>
              <a:gdLst/>
              <a:ahLst/>
              <a:cxnLst/>
              <a:rect l="l" t="t" r="r" b="b"/>
              <a:pathLst>
                <a:path w="30360" h="31298" extrusionOk="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0"/>
            <p:cNvSpPr/>
            <p:nvPr/>
          </p:nvSpPr>
          <p:spPr>
            <a:xfrm>
              <a:off x="6630725" y="2427150"/>
              <a:ext cx="719875" cy="782450"/>
            </a:xfrm>
            <a:custGeom>
              <a:avLst/>
              <a:gdLst/>
              <a:ahLst/>
              <a:cxnLst/>
              <a:rect l="l" t="t" r="r" b="b"/>
              <a:pathLst>
                <a:path w="28795" h="31298" extrusionOk="0">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p:cNvSpPr/>
            <p:nvPr/>
          </p:nvSpPr>
          <p:spPr>
            <a:xfrm>
              <a:off x="6119525" y="2440175"/>
              <a:ext cx="477300" cy="756375"/>
            </a:xfrm>
            <a:custGeom>
              <a:avLst/>
              <a:gdLst/>
              <a:ahLst/>
              <a:cxnLst/>
              <a:rect l="l" t="t" r="r" b="b"/>
              <a:pathLst>
                <a:path w="19092" h="30255" extrusionOk="0">
                  <a:moveTo>
                    <a:pt x="0" y="1"/>
                  </a:moveTo>
                  <a:lnTo>
                    <a:pt x="12311" y="30255"/>
                  </a:lnTo>
                  <a:lnTo>
                    <a:pt x="19092" y="30255"/>
                  </a:lnTo>
                  <a:lnTo>
                    <a:pt x="67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0"/>
            <p:cNvSpPr/>
            <p:nvPr/>
          </p:nvSpPr>
          <p:spPr>
            <a:xfrm>
              <a:off x="5394450" y="2440175"/>
              <a:ext cx="659875" cy="756375"/>
            </a:xfrm>
            <a:custGeom>
              <a:avLst/>
              <a:gdLst/>
              <a:ahLst/>
              <a:cxnLst/>
              <a:rect l="l" t="t" r="r" b="b"/>
              <a:pathLst>
                <a:path w="26395" h="30255" extrusionOk="0">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0"/>
            <p:cNvSpPr/>
            <p:nvPr/>
          </p:nvSpPr>
          <p:spPr>
            <a:xfrm>
              <a:off x="3693925" y="2440175"/>
              <a:ext cx="699000" cy="756375"/>
            </a:xfrm>
            <a:custGeom>
              <a:avLst/>
              <a:gdLst/>
              <a:ahLst/>
              <a:cxnLst/>
              <a:rect l="l" t="t" r="r" b="b"/>
              <a:pathLst>
                <a:path w="27960" h="30255" extrusionOk="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1: Chapter ">
  <p:cSld name="SECTION_HEADER_3_1">
    <p:bg>
      <p:bgPr>
        <a:solidFill>
          <a:schemeClr val="accent1"/>
        </a:solidFill>
        <a:effectLst/>
      </p:bgPr>
    </p:bg>
    <p:spTree>
      <p:nvGrpSpPr>
        <p:cNvPr id="1" name="Shape 195"/>
        <p:cNvGrpSpPr/>
        <p:nvPr/>
      </p:nvGrpSpPr>
      <p:grpSpPr>
        <a:xfrm>
          <a:off x="0" y="0"/>
          <a:ext cx="0" cy="0"/>
          <a:chOff x="0" y="0"/>
          <a:chExt cx="0" cy="0"/>
        </a:xfrm>
      </p:grpSpPr>
      <p:sp>
        <p:nvSpPr>
          <p:cNvPr id="196" name="Google Shape;196;p31"/>
          <p:cNvSpPr txBox="1">
            <a:spLocks noGrp="1"/>
          </p:cNvSpPr>
          <p:nvPr>
            <p:ph type="subTitle" idx="1"/>
          </p:nvPr>
        </p:nvSpPr>
        <p:spPr>
          <a:xfrm>
            <a:off x="474092" y="1092300"/>
            <a:ext cx="3705000" cy="320700"/>
          </a:xfrm>
          <a:prstGeom prst="rect">
            <a:avLst/>
          </a:prstGeom>
        </p:spPr>
        <p:txBody>
          <a:bodyPr spcFirstLastPara="1" wrap="square" lIns="0" tIns="0" rIns="0" bIns="0" anchor="b" anchorCtr="0">
            <a:noAutofit/>
          </a:bodyPr>
          <a:lstStyle>
            <a:lvl1pPr lvl="0">
              <a:lnSpc>
                <a:spcPct val="90000"/>
              </a:lnSpc>
              <a:spcBef>
                <a:spcPts val="0"/>
              </a:spcBef>
              <a:spcAft>
                <a:spcPts val="0"/>
              </a:spcAft>
              <a:buClr>
                <a:schemeClr val="dk1"/>
              </a:buClr>
              <a:buSzPts val="1400"/>
              <a:buFont typeface="Lora Medium"/>
              <a:buNone/>
              <a:defRPr>
                <a:solidFill>
                  <a:schemeClr val="dk1"/>
                </a:solidFill>
                <a:latin typeface="Lora Medium"/>
                <a:ea typeface="Lora Medium"/>
                <a:cs typeface="Lora Medium"/>
                <a:sym typeface="Lora Medium"/>
              </a:defRPr>
            </a:lvl1pPr>
            <a:lvl2pPr lvl="1">
              <a:lnSpc>
                <a:spcPct val="90000"/>
              </a:lnSpc>
              <a:spcBef>
                <a:spcPts val="0"/>
              </a:spcBef>
              <a:spcAft>
                <a:spcPts val="0"/>
              </a:spcAft>
              <a:buClr>
                <a:schemeClr val="dk1"/>
              </a:buClr>
              <a:buSzPts val="1600"/>
              <a:buNone/>
              <a:defRPr sz="1600">
                <a:solidFill>
                  <a:schemeClr val="dk1"/>
                </a:solidFill>
              </a:defRPr>
            </a:lvl2pPr>
            <a:lvl3pPr lvl="2">
              <a:lnSpc>
                <a:spcPct val="90000"/>
              </a:lnSpc>
              <a:spcBef>
                <a:spcPts val="0"/>
              </a:spcBef>
              <a:spcAft>
                <a:spcPts val="0"/>
              </a:spcAft>
              <a:buClr>
                <a:schemeClr val="dk1"/>
              </a:buClr>
              <a:buSzPts val="1600"/>
              <a:buNone/>
              <a:defRPr sz="1600">
                <a:solidFill>
                  <a:schemeClr val="dk1"/>
                </a:solidFill>
              </a:defRPr>
            </a:lvl3pPr>
            <a:lvl4pPr lvl="3">
              <a:lnSpc>
                <a:spcPct val="90000"/>
              </a:lnSpc>
              <a:spcBef>
                <a:spcPts val="0"/>
              </a:spcBef>
              <a:spcAft>
                <a:spcPts val="0"/>
              </a:spcAft>
              <a:buClr>
                <a:schemeClr val="dk1"/>
              </a:buClr>
              <a:buSzPts val="1600"/>
              <a:buNone/>
              <a:defRPr sz="1600">
                <a:solidFill>
                  <a:schemeClr val="dk1"/>
                </a:solidFill>
              </a:defRPr>
            </a:lvl4pPr>
            <a:lvl5pPr lvl="4">
              <a:lnSpc>
                <a:spcPct val="90000"/>
              </a:lnSpc>
              <a:spcBef>
                <a:spcPts val="0"/>
              </a:spcBef>
              <a:spcAft>
                <a:spcPts val="0"/>
              </a:spcAft>
              <a:buClr>
                <a:schemeClr val="dk1"/>
              </a:buClr>
              <a:buSzPts val="1600"/>
              <a:buNone/>
              <a:defRPr sz="1600">
                <a:solidFill>
                  <a:schemeClr val="dk1"/>
                </a:solidFill>
              </a:defRPr>
            </a:lvl5pPr>
            <a:lvl6pPr lvl="5">
              <a:lnSpc>
                <a:spcPct val="90000"/>
              </a:lnSpc>
              <a:spcBef>
                <a:spcPts val="0"/>
              </a:spcBef>
              <a:spcAft>
                <a:spcPts val="0"/>
              </a:spcAft>
              <a:buClr>
                <a:schemeClr val="dk1"/>
              </a:buClr>
              <a:buSzPts val="1600"/>
              <a:buNone/>
              <a:defRPr sz="1600">
                <a:solidFill>
                  <a:schemeClr val="dk1"/>
                </a:solidFill>
              </a:defRPr>
            </a:lvl6pPr>
            <a:lvl7pPr lvl="6">
              <a:lnSpc>
                <a:spcPct val="90000"/>
              </a:lnSpc>
              <a:spcBef>
                <a:spcPts val="0"/>
              </a:spcBef>
              <a:spcAft>
                <a:spcPts val="0"/>
              </a:spcAft>
              <a:buClr>
                <a:schemeClr val="dk1"/>
              </a:buClr>
              <a:buSzPts val="1600"/>
              <a:buNone/>
              <a:defRPr sz="1600">
                <a:solidFill>
                  <a:schemeClr val="dk1"/>
                </a:solidFill>
              </a:defRPr>
            </a:lvl7pPr>
            <a:lvl8pPr lvl="7">
              <a:lnSpc>
                <a:spcPct val="90000"/>
              </a:lnSpc>
              <a:spcBef>
                <a:spcPts val="0"/>
              </a:spcBef>
              <a:spcAft>
                <a:spcPts val="0"/>
              </a:spcAft>
              <a:buClr>
                <a:schemeClr val="dk1"/>
              </a:buClr>
              <a:buSzPts val="1600"/>
              <a:buNone/>
              <a:defRPr sz="1600">
                <a:solidFill>
                  <a:schemeClr val="dk1"/>
                </a:solidFill>
              </a:defRPr>
            </a:lvl8pPr>
            <a:lvl9pPr lvl="8">
              <a:lnSpc>
                <a:spcPct val="90000"/>
              </a:lnSpc>
              <a:spcBef>
                <a:spcPts val="0"/>
              </a:spcBef>
              <a:spcAft>
                <a:spcPts val="0"/>
              </a:spcAft>
              <a:buClr>
                <a:schemeClr val="dk1"/>
              </a:buClr>
              <a:buSzPts val="1600"/>
              <a:buNone/>
              <a:defRPr sz="1600">
                <a:solidFill>
                  <a:schemeClr val="dk1"/>
                </a:solidFill>
              </a:defRPr>
            </a:lvl9pPr>
          </a:lstStyle>
          <a:p>
            <a:endParaRPr/>
          </a:p>
        </p:txBody>
      </p:sp>
      <p:sp>
        <p:nvSpPr>
          <p:cNvPr id="197" name="Google Shape;197;p31"/>
          <p:cNvSpPr txBox="1">
            <a:spLocks noGrp="1"/>
          </p:cNvSpPr>
          <p:nvPr>
            <p:ph type="ctrTitle"/>
          </p:nvPr>
        </p:nvSpPr>
        <p:spPr>
          <a:xfrm>
            <a:off x="455775" y="1554700"/>
            <a:ext cx="6402300" cy="16542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4400"/>
              <a:buNone/>
              <a:defRPr sz="4400"/>
            </a:lvl1pPr>
            <a:lvl2pPr lvl="1"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2pPr>
            <a:lvl3pPr lvl="2"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3pPr>
            <a:lvl4pPr lvl="3"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4pPr>
            <a:lvl5pPr lvl="4"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5pPr>
            <a:lvl6pPr lvl="5"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6pPr>
            <a:lvl7pPr lvl="6"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7pPr>
            <a:lvl8pPr lvl="7"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8pPr>
            <a:lvl9pPr lvl="8" algn="ctr">
              <a:lnSpc>
                <a:spcPct val="90000"/>
              </a:lnSpc>
              <a:spcBef>
                <a:spcPts val="0"/>
              </a:spcBef>
              <a:spcAft>
                <a:spcPts val="0"/>
              </a:spcAft>
              <a:buSzPts val="5200"/>
              <a:buFont typeface="Poppins SemiBold"/>
              <a:buNone/>
              <a:defRPr sz="5200">
                <a:latin typeface="Poppins SemiBold"/>
                <a:ea typeface="Poppins SemiBold"/>
                <a:cs typeface="Poppins SemiBold"/>
                <a:sym typeface="Poppins SemiBold"/>
              </a:defRPr>
            </a:lvl9pPr>
          </a:lstStyle>
          <a:p>
            <a:endParaRPr/>
          </a:p>
        </p:txBody>
      </p:sp>
      <p:sp>
        <p:nvSpPr>
          <p:cNvPr id="198" name="Google Shape;198;p31"/>
          <p:cNvSpPr txBox="1"/>
          <p:nvPr/>
        </p:nvSpPr>
        <p:spPr>
          <a:xfrm>
            <a:off x="4626925" y="4693506"/>
            <a:ext cx="3346500" cy="107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800">
                <a:solidFill>
                  <a:schemeClr val="dk1"/>
                </a:solidFill>
                <a:latin typeface="Poppins"/>
                <a:ea typeface="Poppins"/>
                <a:cs typeface="Poppins"/>
                <a:sym typeface="Poppins"/>
              </a:rPr>
              <a:t>CONFIDENTIAL</a:t>
            </a:r>
            <a:endParaRPr sz="800">
              <a:solidFill>
                <a:schemeClr val="dk1"/>
              </a:solidFill>
              <a:latin typeface="Poppins"/>
              <a:ea typeface="Poppins"/>
              <a:cs typeface="Poppins"/>
              <a:sym typeface="Poppins"/>
            </a:endParaRPr>
          </a:p>
        </p:txBody>
      </p:sp>
      <p:sp>
        <p:nvSpPr>
          <p:cNvPr id="199" name="Google Shape;199;p31"/>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solidFill>
                  <a:schemeClr val="dk1"/>
                </a:solidFill>
                <a:latin typeface="Poppins"/>
                <a:ea typeface="Poppins"/>
                <a:cs typeface="Poppins"/>
                <a:sym typeface="Poppins"/>
              </a:defRPr>
            </a:lvl1pPr>
            <a:lvl2pPr lvl="1" algn="r">
              <a:lnSpc>
                <a:spcPct val="80000"/>
              </a:lnSpc>
              <a:buSzPts val="1000"/>
              <a:buNone/>
              <a:defRPr>
                <a:solidFill>
                  <a:schemeClr val="dk1"/>
                </a:solidFill>
                <a:latin typeface="Poppins"/>
                <a:ea typeface="Poppins"/>
                <a:cs typeface="Poppins"/>
                <a:sym typeface="Poppins"/>
              </a:defRPr>
            </a:lvl2pPr>
            <a:lvl3pPr lvl="2" algn="r">
              <a:lnSpc>
                <a:spcPct val="80000"/>
              </a:lnSpc>
              <a:buSzPts val="1000"/>
              <a:buNone/>
              <a:defRPr>
                <a:solidFill>
                  <a:schemeClr val="dk1"/>
                </a:solidFill>
                <a:latin typeface="Poppins"/>
                <a:ea typeface="Poppins"/>
                <a:cs typeface="Poppins"/>
                <a:sym typeface="Poppins"/>
              </a:defRPr>
            </a:lvl3pPr>
            <a:lvl4pPr lvl="3" algn="r">
              <a:lnSpc>
                <a:spcPct val="80000"/>
              </a:lnSpc>
              <a:buSzPts val="1000"/>
              <a:buNone/>
              <a:defRPr>
                <a:solidFill>
                  <a:schemeClr val="dk1"/>
                </a:solidFill>
                <a:latin typeface="Poppins"/>
                <a:ea typeface="Poppins"/>
                <a:cs typeface="Poppins"/>
                <a:sym typeface="Poppins"/>
              </a:defRPr>
            </a:lvl4pPr>
            <a:lvl5pPr lvl="4" algn="r">
              <a:lnSpc>
                <a:spcPct val="80000"/>
              </a:lnSpc>
              <a:buSzPts val="1000"/>
              <a:buNone/>
              <a:defRPr>
                <a:solidFill>
                  <a:schemeClr val="dk1"/>
                </a:solidFill>
                <a:latin typeface="Poppins"/>
                <a:ea typeface="Poppins"/>
                <a:cs typeface="Poppins"/>
                <a:sym typeface="Poppins"/>
              </a:defRPr>
            </a:lvl5pPr>
            <a:lvl6pPr lvl="5" algn="r">
              <a:lnSpc>
                <a:spcPct val="80000"/>
              </a:lnSpc>
              <a:buSzPts val="1000"/>
              <a:buNone/>
              <a:defRPr>
                <a:solidFill>
                  <a:schemeClr val="dk1"/>
                </a:solidFill>
                <a:latin typeface="Poppins"/>
                <a:ea typeface="Poppins"/>
                <a:cs typeface="Poppins"/>
                <a:sym typeface="Poppins"/>
              </a:defRPr>
            </a:lvl6pPr>
            <a:lvl7pPr lvl="6" algn="r">
              <a:lnSpc>
                <a:spcPct val="80000"/>
              </a:lnSpc>
              <a:buSzPts val="1000"/>
              <a:buNone/>
              <a:defRPr>
                <a:solidFill>
                  <a:schemeClr val="dk1"/>
                </a:solidFill>
                <a:latin typeface="Poppins"/>
                <a:ea typeface="Poppins"/>
                <a:cs typeface="Poppins"/>
                <a:sym typeface="Poppins"/>
              </a:defRPr>
            </a:lvl7pPr>
            <a:lvl8pPr lvl="7" algn="r">
              <a:lnSpc>
                <a:spcPct val="80000"/>
              </a:lnSpc>
              <a:buSzPts val="1000"/>
              <a:buNone/>
              <a:defRPr>
                <a:solidFill>
                  <a:schemeClr val="dk1"/>
                </a:solidFill>
                <a:latin typeface="Poppins"/>
                <a:ea typeface="Poppins"/>
                <a:cs typeface="Poppins"/>
                <a:sym typeface="Poppins"/>
              </a:defRPr>
            </a:lvl8pPr>
            <a:lvl9pPr lvl="8" algn="r">
              <a:lnSpc>
                <a:spcPct val="80000"/>
              </a:lnSpc>
              <a:buSzPts val="1000"/>
              <a:buNone/>
              <a:defRPr>
                <a:solidFill>
                  <a:schemeClr val="dk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grpSp>
        <p:nvGrpSpPr>
          <p:cNvPr id="200" name="Google Shape;200;p31"/>
          <p:cNvGrpSpPr/>
          <p:nvPr/>
        </p:nvGrpSpPr>
        <p:grpSpPr>
          <a:xfrm>
            <a:off x="455766" y="4701868"/>
            <a:ext cx="824336" cy="90686"/>
            <a:chOff x="238125" y="2427150"/>
            <a:chExt cx="7112475" cy="782450"/>
          </a:xfrm>
        </p:grpSpPr>
        <p:sp>
          <p:nvSpPr>
            <p:cNvPr id="201" name="Google Shape;201;p31"/>
            <p:cNvSpPr/>
            <p:nvPr/>
          </p:nvSpPr>
          <p:spPr>
            <a:xfrm>
              <a:off x="1977750" y="2440175"/>
              <a:ext cx="685975" cy="756375"/>
            </a:xfrm>
            <a:custGeom>
              <a:avLst/>
              <a:gdLst/>
              <a:ahLst/>
              <a:cxnLst/>
              <a:rect l="l" t="t" r="r" b="b"/>
              <a:pathLst>
                <a:path w="27439" h="30255" extrusionOk="0">
                  <a:moveTo>
                    <a:pt x="1" y="1"/>
                  </a:moveTo>
                  <a:lnTo>
                    <a:pt x="1" y="5843"/>
                  </a:lnTo>
                  <a:lnTo>
                    <a:pt x="10433" y="5843"/>
                  </a:lnTo>
                  <a:lnTo>
                    <a:pt x="10433" y="30255"/>
                  </a:lnTo>
                  <a:lnTo>
                    <a:pt x="17006" y="30255"/>
                  </a:lnTo>
                  <a:lnTo>
                    <a:pt x="17006" y="5843"/>
                  </a:lnTo>
                  <a:lnTo>
                    <a:pt x="27439" y="5843"/>
                  </a:lnTo>
                  <a:lnTo>
                    <a:pt x="274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1"/>
            <p:cNvSpPr/>
            <p:nvPr/>
          </p:nvSpPr>
          <p:spPr>
            <a:xfrm>
              <a:off x="1150975" y="2440175"/>
              <a:ext cx="696400" cy="756375"/>
            </a:xfrm>
            <a:custGeom>
              <a:avLst/>
              <a:gdLst/>
              <a:ahLst/>
              <a:cxnLst/>
              <a:rect l="l" t="t" r="r" b="b"/>
              <a:pathLst>
                <a:path w="27856" h="30255" extrusionOk="0">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1"/>
            <p:cNvSpPr/>
            <p:nvPr/>
          </p:nvSpPr>
          <p:spPr>
            <a:xfrm>
              <a:off x="2794100" y="2440175"/>
              <a:ext cx="696425" cy="756375"/>
            </a:xfrm>
            <a:custGeom>
              <a:avLst/>
              <a:gdLst/>
              <a:ahLst/>
              <a:cxnLst/>
              <a:rect l="l" t="t" r="r" b="b"/>
              <a:pathLst>
                <a:path w="27857" h="30255" extrusionOk="0">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1"/>
            <p:cNvSpPr/>
            <p:nvPr/>
          </p:nvSpPr>
          <p:spPr>
            <a:xfrm>
              <a:off x="238125" y="2440175"/>
              <a:ext cx="792900" cy="756375"/>
            </a:xfrm>
            <a:custGeom>
              <a:avLst/>
              <a:gdLst/>
              <a:ahLst/>
              <a:cxnLst/>
              <a:rect l="l" t="t" r="r" b="b"/>
              <a:pathLst>
                <a:path w="31716" h="30255" extrusionOk="0">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1"/>
            <p:cNvSpPr/>
            <p:nvPr/>
          </p:nvSpPr>
          <p:spPr>
            <a:xfrm>
              <a:off x="4481600" y="2427150"/>
              <a:ext cx="759000" cy="782450"/>
            </a:xfrm>
            <a:custGeom>
              <a:avLst/>
              <a:gdLst/>
              <a:ahLst/>
              <a:cxnLst/>
              <a:rect l="l" t="t" r="r" b="b"/>
              <a:pathLst>
                <a:path w="30360" h="31298" extrusionOk="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1"/>
            <p:cNvSpPr/>
            <p:nvPr/>
          </p:nvSpPr>
          <p:spPr>
            <a:xfrm>
              <a:off x="6630725" y="2427150"/>
              <a:ext cx="719875" cy="782450"/>
            </a:xfrm>
            <a:custGeom>
              <a:avLst/>
              <a:gdLst/>
              <a:ahLst/>
              <a:cxnLst/>
              <a:rect l="l" t="t" r="r" b="b"/>
              <a:pathLst>
                <a:path w="28795" h="31298" extrusionOk="0">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1"/>
            <p:cNvSpPr/>
            <p:nvPr/>
          </p:nvSpPr>
          <p:spPr>
            <a:xfrm>
              <a:off x="6119525" y="2440175"/>
              <a:ext cx="477300" cy="756375"/>
            </a:xfrm>
            <a:custGeom>
              <a:avLst/>
              <a:gdLst/>
              <a:ahLst/>
              <a:cxnLst/>
              <a:rect l="l" t="t" r="r" b="b"/>
              <a:pathLst>
                <a:path w="19092" h="30255" extrusionOk="0">
                  <a:moveTo>
                    <a:pt x="0" y="1"/>
                  </a:moveTo>
                  <a:lnTo>
                    <a:pt x="12311" y="30255"/>
                  </a:lnTo>
                  <a:lnTo>
                    <a:pt x="19092" y="30255"/>
                  </a:lnTo>
                  <a:lnTo>
                    <a:pt x="67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1"/>
            <p:cNvSpPr/>
            <p:nvPr/>
          </p:nvSpPr>
          <p:spPr>
            <a:xfrm>
              <a:off x="5394450" y="2440175"/>
              <a:ext cx="659875" cy="756375"/>
            </a:xfrm>
            <a:custGeom>
              <a:avLst/>
              <a:gdLst/>
              <a:ahLst/>
              <a:cxnLst/>
              <a:rect l="l" t="t" r="r" b="b"/>
              <a:pathLst>
                <a:path w="26395" h="30255" extrusionOk="0">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1"/>
            <p:cNvSpPr/>
            <p:nvPr/>
          </p:nvSpPr>
          <p:spPr>
            <a:xfrm>
              <a:off x="3693925" y="2440175"/>
              <a:ext cx="699000" cy="756375"/>
            </a:xfrm>
            <a:custGeom>
              <a:avLst/>
              <a:gdLst/>
              <a:ahLst/>
              <a:cxnLst/>
              <a:rect l="l" t="t" r="r" b="b"/>
              <a:pathLst>
                <a:path w="27960" h="30255" extrusionOk="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F1: Title and 2 icons ">
  <p:cSld name="TITLE_ONLY_1_1">
    <p:spTree>
      <p:nvGrpSpPr>
        <p:cNvPr id="1" name="Shape 210"/>
        <p:cNvGrpSpPr/>
        <p:nvPr/>
      </p:nvGrpSpPr>
      <p:grpSpPr>
        <a:xfrm>
          <a:off x="0" y="0"/>
          <a:ext cx="0" cy="0"/>
          <a:chOff x="0" y="0"/>
          <a:chExt cx="0" cy="0"/>
        </a:xfrm>
      </p:grpSpPr>
      <p:sp>
        <p:nvSpPr>
          <p:cNvPr id="211" name="Google Shape;211;p32"/>
          <p:cNvSpPr txBox="1">
            <a:spLocks noGrp="1"/>
          </p:cNvSpPr>
          <p:nvPr>
            <p:ph type="body" idx="1"/>
          </p:nvPr>
        </p:nvSpPr>
        <p:spPr>
          <a:xfrm>
            <a:off x="455775" y="2762100"/>
            <a:ext cx="40335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12" name="Google Shape;212;p32"/>
          <p:cNvSpPr txBox="1">
            <a:spLocks noGrp="1"/>
          </p:cNvSpPr>
          <p:nvPr>
            <p:ph type="body" idx="2"/>
          </p:nvPr>
        </p:nvSpPr>
        <p:spPr>
          <a:xfrm>
            <a:off x="4654713" y="2762100"/>
            <a:ext cx="40335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13" name="Google Shape;213;p32"/>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214" name="Google Shape;214;p32"/>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15" name="Google Shape;215;p32"/>
          <p:cNvSpPr>
            <a:spLocks noGrp="1"/>
          </p:cNvSpPr>
          <p:nvPr>
            <p:ph type="pic" idx="3"/>
          </p:nvPr>
        </p:nvSpPr>
        <p:spPr>
          <a:xfrm>
            <a:off x="1998450" y="1623594"/>
            <a:ext cx="948300" cy="948300"/>
          </a:xfrm>
          <a:prstGeom prst="rect">
            <a:avLst/>
          </a:prstGeom>
          <a:noFill/>
          <a:ln>
            <a:noFill/>
          </a:ln>
        </p:spPr>
      </p:sp>
      <p:sp>
        <p:nvSpPr>
          <p:cNvPr id="216" name="Google Shape;216;p32"/>
          <p:cNvSpPr>
            <a:spLocks noGrp="1"/>
          </p:cNvSpPr>
          <p:nvPr>
            <p:ph type="pic" idx="4"/>
          </p:nvPr>
        </p:nvSpPr>
        <p:spPr>
          <a:xfrm>
            <a:off x="6197388" y="1623594"/>
            <a:ext cx="948300" cy="9483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F2: Title and 2 icons ">
  <p:cSld name="TITLE_ONLY_1_1_1">
    <p:spTree>
      <p:nvGrpSpPr>
        <p:cNvPr id="1" name="Shape 217"/>
        <p:cNvGrpSpPr/>
        <p:nvPr/>
      </p:nvGrpSpPr>
      <p:grpSpPr>
        <a:xfrm>
          <a:off x="0" y="0"/>
          <a:ext cx="0" cy="0"/>
          <a:chOff x="0" y="0"/>
          <a:chExt cx="0" cy="0"/>
        </a:xfrm>
      </p:grpSpPr>
      <p:sp>
        <p:nvSpPr>
          <p:cNvPr id="218" name="Google Shape;218;p33"/>
          <p:cNvSpPr/>
          <p:nvPr/>
        </p:nvSpPr>
        <p:spPr>
          <a:xfrm>
            <a:off x="4661075" y="1774659"/>
            <a:ext cx="40329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19" name="Google Shape;219;p33"/>
          <p:cNvSpPr/>
          <p:nvPr/>
        </p:nvSpPr>
        <p:spPr>
          <a:xfrm>
            <a:off x="455775" y="1774659"/>
            <a:ext cx="40329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20" name="Google Shape;220;p33"/>
          <p:cNvSpPr txBox="1">
            <a:spLocks noGrp="1"/>
          </p:cNvSpPr>
          <p:nvPr>
            <p:ph type="body" idx="1"/>
          </p:nvPr>
        </p:nvSpPr>
        <p:spPr>
          <a:xfrm>
            <a:off x="455775" y="3036100"/>
            <a:ext cx="40335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21" name="Google Shape;221;p33"/>
          <p:cNvSpPr txBox="1">
            <a:spLocks noGrp="1"/>
          </p:cNvSpPr>
          <p:nvPr>
            <p:ph type="body" idx="2"/>
          </p:nvPr>
        </p:nvSpPr>
        <p:spPr>
          <a:xfrm>
            <a:off x="4654713" y="3036100"/>
            <a:ext cx="40335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22" name="Google Shape;222;p33"/>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223" name="Google Shape;223;p33"/>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24" name="Google Shape;224;p33"/>
          <p:cNvSpPr>
            <a:spLocks noGrp="1"/>
          </p:cNvSpPr>
          <p:nvPr>
            <p:ph type="pic" idx="3"/>
          </p:nvPr>
        </p:nvSpPr>
        <p:spPr>
          <a:xfrm>
            <a:off x="1997650" y="2003650"/>
            <a:ext cx="948300" cy="948300"/>
          </a:xfrm>
          <a:prstGeom prst="rect">
            <a:avLst/>
          </a:prstGeom>
          <a:noFill/>
          <a:ln>
            <a:noFill/>
          </a:ln>
        </p:spPr>
      </p:sp>
      <p:sp>
        <p:nvSpPr>
          <p:cNvPr id="225" name="Google Shape;225;p33"/>
          <p:cNvSpPr>
            <a:spLocks noGrp="1"/>
          </p:cNvSpPr>
          <p:nvPr>
            <p:ph type="pic" idx="4"/>
          </p:nvPr>
        </p:nvSpPr>
        <p:spPr>
          <a:xfrm>
            <a:off x="6197388" y="2003650"/>
            <a:ext cx="948300" cy="9483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3: Title and 2 icons ">
  <p:cSld name="TITLE_ONLY_1_1_1_1">
    <p:spTree>
      <p:nvGrpSpPr>
        <p:cNvPr id="1" name="Shape 226"/>
        <p:cNvGrpSpPr/>
        <p:nvPr/>
      </p:nvGrpSpPr>
      <p:grpSpPr>
        <a:xfrm>
          <a:off x="0" y="0"/>
          <a:ext cx="0" cy="0"/>
          <a:chOff x="0" y="0"/>
          <a:chExt cx="0" cy="0"/>
        </a:xfrm>
      </p:grpSpPr>
      <p:sp>
        <p:nvSpPr>
          <p:cNvPr id="227" name="Google Shape;227;p34"/>
          <p:cNvSpPr/>
          <p:nvPr/>
        </p:nvSpPr>
        <p:spPr>
          <a:xfrm>
            <a:off x="4661075" y="1371613"/>
            <a:ext cx="40329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28" name="Google Shape;228;p34"/>
          <p:cNvSpPr/>
          <p:nvPr/>
        </p:nvSpPr>
        <p:spPr>
          <a:xfrm>
            <a:off x="455775" y="1371613"/>
            <a:ext cx="40329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29" name="Google Shape;229;p34"/>
          <p:cNvSpPr txBox="1">
            <a:spLocks noGrp="1"/>
          </p:cNvSpPr>
          <p:nvPr>
            <p:ph type="body" idx="1"/>
          </p:nvPr>
        </p:nvSpPr>
        <p:spPr>
          <a:xfrm>
            <a:off x="455775" y="2751550"/>
            <a:ext cx="40335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30" name="Google Shape;230;p34"/>
          <p:cNvSpPr txBox="1">
            <a:spLocks noGrp="1"/>
          </p:cNvSpPr>
          <p:nvPr>
            <p:ph type="body" idx="2"/>
          </p:nvPr>
        </p:nvSpPr>
        <p:spPr>
          <a:xfrm>
            <a:off x="4654713" y="2751550"/>
            <a:ext cx="40335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31" name="Google Shape;231;p34"/>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232" name="Google Shape;232;p34"/>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34"/>
          <p:cNvSpPr>
            <a:spLocks noGrp="1"/>
          </p:cNvSpPr>
          <p:nvPr>
            <p:ph type="pic" idx="3"/>
          </p:nvPr>
        </p:nvSpPr>
        <p:spPr>
          <a:xfrm>
            <a:off x="2097075" y="1596242"/>
            <a:ext cx="750900" cy="750900"/>
          </a:xfrm>
          <a:prstGeom prst="rect">
            <a:avLst/>
          </a:prstGeom>
          <a:noFill/>
          <a:ln>
            <a:noFill/>
          </a:ln>
        </p:spPr>
      </p:sp>
      <p:sp>
        <p:nvSpPr>
          <p:cNvPr id="234" name="Google Shape;234;p34"/>
          <p:cNvSpPr>
            <a:spLocks noGrp="1"/>
          </p:cNvSpPr>
          <p:nvPr>
            <p:ph type="pic" idx="4"/>
          </p:nvPr>
        </p:nvSpPr>
        <p:spPr>
          <a:xfrm>
            <a:off x="6302005" y="1596238"/>
            <a:ext cx="750900" cy="7509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4: Title and 3 icons">
  <p:cSld name="TITLE_ONLY_1_1_2">
    <p:spTree>
      <p:nvGrpSpPr>
        <p:cNvPr id="1" name="Shape 235"/>
        <p:cNvGrpSpPr/>
        <p:nvPr/>
      </p:nvGrpSpPr>
      <p:grpSpPr>
        <a:xfrm>
          <a:off x="0" y="0"/>
          <a:ext cx="0" cy="0"/>
          <a:chOff x="0" y="0"/>
          <a:chExt cx="0" cy="0"/>
        </a:xfrm>
      </p:grpSpPr>
      <p:sp>
        <p:nvSpPr>
          <p:cNvPr id="236" name="Google Shape;236;p35"/>
          <p:cNvSpPr txBox="1">
            <a:spLocks noGrp="1"/>
          </p:cNvSpPr>
          <p:nvPr>
            <p:ph type="body" idx="1"/>
          </p:nvPr>
        </p:nvSpPr>
        <p:spPr>
          <a:xfrm>
            <a:off x="455775" y="2762100"/>
            <a:ext cx="26343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37" name="Google Shape;237;p35"/>
          <p:cNvSpPr txBox="1">
            <a:spLocks noGrp="1"/>
          </p:cNvSpPr>
          <p:nvPr>
            <p:ph type="body" idx="2"/>
          </p:nvPr>
        </p:nvSpPr>
        <p:spPr>
          <a:xfrm>
            <a:off x="3254975" y="2762100"/>
            <a:ext cx="26343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38" name="Google Shape;238;p35"/>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239" name="Google Shape;239;p35"/>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40" name="Google Shape;240;p35"/>
          <p:cNvSpPr>
            <a:spLocks noGrp="1"/>
          </p:cNvSpPr>
          <p:nvPr>
            <p:ph type="pic" idx="3"/>
          </p:nvPr>
        </p:nvSpPr>
        <p:spPr>
          <a:xfrm>
            <a:off x="1298775" y="1623594"/>
            <a:ext cx="948300" cy="948300"/>
          </a:xfrm>
          <a:prstGeom prst="rect">
            <a:avLst/>
          </a:prstGeom>
          <a:noFill/>
          <a:ln>
            <a:noFill/>
          </a:ln>
        </p:spPr>
      </p:sp>
      <p:sp>
        <p:nvSpPr>
          <p:cNvPr id="241" name="Google Shape;241;p35"/>
          <p:cNvSpPr>
            <a:spLocks noGrp="1"/>
          </p:cNvSpPr>
          <p:nvPr>
            <p:ph type="pic" idx="4"/>
          </p:nvPr>
        </p:nvSpPr>
        <p:spPr>
          <a:xfrm>
            <a:off x="4097975" y="1623594"/>
            <a:ext cx="948300" cy="948300"/>
          </a:xfrm>
          <a:prstGeom prst="rect">
            <a:avLst/>
          </a:prstGeom>
          <a:noFill/>
          <a:ln>
            <a:noFill/>
          </a:ln>
        </p:spPr>
      </p:sp>
      <p:sp>
        <p:nvSpPr>
          <p:cNvPr id="242" name="Google Shape;242;p35"/>
          <p:cNvSpPr txBox="1">
            <a:spLocks noGrp="1"/>
          </p:cNvSpPr>
          <p:nvPr>
            <p:ph type="body" idx="5"/>
          </p:nvPr>
        </p:nvSpPr>
        <p:spPr>
          <a:xfrm>
            <a:off x="6054175" y="2762100"/>
            <a:ext cx="26343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43" name="Google Shape;243;p35"/>
          <p:cNvSpPr>
            <a:spLocks noGrp="1"/>
          </p:cNvSpPr>
          <p:nvPr>
            <p:ph type="pic" idx="6"/>
          </p:nvPr>
        </p:nvSpPr>
        <p:spPr>
          <a:xfrm>
            <a:off x="6897175" y="1623594"/>
            <a:ext cx="948300" cy="9483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F5: Title and 3 icons ">
  <p:cSld name="TITLE_ONLY_1_1_1_2">
    <p:spTree>
      <p:nvGrpSpPr>
        <p:cNvPr id="1" name="Shape 244"/>
        <p:cNvGrpSpPr/>
        <p:nvPr/>
      </p:nvGrpSpPr>
      <p:grpSpPr>
        <a:xfrm>
          <a:off x="0" y="0"/>
          <a:ext cx="0" cy="0"/>
          <a:chOff x="0" y="0"/>
          <a:chExt cx="0" cy="0"/>
        </a:xfrm>
      </p:grpSpPr>
      <p:sp>
        <p:nvSpPr>
          <p:cNvPr id="245" name="Google Shape;245;p36"/>
          <p:cNvSpPr/>
          <p:nvPr/>
        </p:nvSpPr>
        <p:spPr>
          <a:xfrm>
            <a:off x="6054175" y="1755138"/>
            <a:ext cx="26343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46" name="Google Shape;246;p36"/>
          <p:cNvSpPr/>
          <p:nvPr/>
        </p:nvSpPr>
        <p:spPr>
          <a:xfrm>
            <a:off x="3254975" y="1774663"/>
            <a:ext cx="26343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47" name="Google Shape;247;p36"/>
          <p:cNvSpPr/>
          <p:nvPr/>
        </p:nvSpPr>
        <p:spPr>
          <a:xfrm>
            <a:off x="455775" y="1774663"/>
            <a:ext cx="26343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48" name="Google Shape;248;p36"/>
          <p:cNvSpPr txBox="1">
            <a:spLocks noGrp="1"/>
          </p:cNvSpPr>
          <p:nvPr>
            <p:ph type="body" idx="1"/>
          </p:nvPr>
        </p:nvSpPr>
        <p:spPr>
          <a:xfrm>
            <a:off x="455775" y="3036100"/>
            <a:ext cx="26343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49" name="Google Shape;249;p36"/>
          <p:cNvSpPr txBox="1">
            <a:spLocks noGrp="1"/>
          </p:cNvSpPr>
          <p:nvPr>
            <p:ph type="body" idx="2"/>
          </p:nvPr>
        </p:nvSpPr>
        <p:spPr>
          <a:xfrm>
            <a:off x="3254975" y="3036100"/>
            <a:ext cx="26343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50" name="Google Shape;250;p36"/>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251" name="Google Shape;251;p36"/>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52" name="Google Shape;252;p36"/>
          <p:cNvSpPr>
            <a:spLocks noGrp="1"/>
          </p:cNvSpPr>
          <p:nvPr>
            <p:ph type="pic" idx="3"/>
          </p:nvPr>
        </p:nvSpPr>
        <p:spPr>
          <a:xfrm>
            <a:off x="1298775" y="2003650"/>
            <a:ext cx="948300" cy="948300"/>
          </a:xfrm>
          <a:prstGeom prst="rect">
            <a:avLst/>
          </a:prstGeom>
          <a:noFill/>
          <a:ln>
            <a:noFill/>
          </a:ln>
        </p:spPr>
      </p:sp>
      <p:sp>
        <p:nvSpPr>
          <p:cNvPr id="253" name="Google Shape;253;p36"/>
          <p:cNvSpPr>
            <a:spLocks noGrp="1"/>
          </p:cNvSpPr>
          <p:nvPr>
            <p:ph type="pic" idx="4"/>
          </p:nvPr>
        </p:nvSpPr>
        <p:spPr>
          <a:xfrm>
            <a:off x="4097975" y="2003650"/>
            <a:ext cx="948300" cy="948300"/>
          </a:xfrm>
          <a:prstGeom prst="rect">
            <a:avLst/>
          </a:prstGeom>
          <a:noFill/>
          <a:ln>
            <a:noFill/>
          </a:ln>
        </p:spPr>
      </p:sp>
      <p:sp>
        <p:nvSpPr>
          <p:cNvPr id="254" name="Google Shape;254;p36"/>
          <p:cNvSpPr>
            <a:spLocks noGrp="1"/>
          </p:cNvSpPr>
          <p:nvPr>
            <p:ph type="pic" idx="5"/>
          </p:nvPr>
        </p:nvSpPr>
        <p:spPr>
          <a:xfrm>
            <a:off x="6897175" y="2003650"/>
            <a:ext cx="948300" cy="948300"/>
          </a:xfrm>
          <a:prstGeom prst="rect">
            <a:avLst/>
          </a:prstGeom>
          <a:noFill/>
          <a:ln>
            <a:noFill/>
          </a:ln>
        </p:spPr>
      </p:sp>
      <p:sp>
        <p:nvSpPr>
          <p:cNvPr id="255" name="Google Shape;255;p36"/>
          <p:cNvSpPr txBox="1">
            <a:spLocks noGrp="1"/>
          </p:cNvSpPr>
          <p:nvPr>
            <p:ph type="body" idx="6"/>
          </p:nvPr>
        </p:nvSpPr>
        <p:spPr>
          <a:xfrm>
            <a:off x="6054175" y="3036100"/>
            <a:ext cx="26343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6: Title and 3 icons">
  <p:cSld name="TITLE_ONLY_1_1_1_1_1">
    <p:spTree>
      <p:nvGrpSpPr>
        <p:cNvPr id="1" name="Shape 256"/>
        <p:cNvGrpSpPr/>
        <p:nvPr/>
      </p:nvGrpSpPr>
      <p:grpSpPr>
        <a:xfrm>
          <a:off x="0" y="0"/>
          <a:ext cx="0" cy="0"/>
          <a:chOff x="0" y="0"/>
          <a:chExt cx="0" cy="0"/>
        </a:xfrm>
      </p:grpSpPr>
      <p:sp>
        <p:nvSpPr>
          <p:cNvPr id="257" name="Google Shape;257;p37"/>
          <p:cNvSpPr/>
          <p:nvPr/>
        </p:nvSpPr>
        <p:spPr>
          <a:xfrm>
            <a:off x="3254975" y="1371613"/>
            <a:ext cx="26343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58" name="Google Shape;258;p37"/>
          <p:cNvSpPr/>
          <p:nvPr/>
        </p:nvSpPr>
        <p:spPr>
          <a:xfrm>
            <a:off x="455775" y="1371613"/>
            <a:ext cx="26343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59" name="Google Shape;259;p37"/>
          <p:cNvSpPr txBox="1">
            <a:spLocks noGrp="1"/>
          </p:cNvSpPr>
          <p:nvPr>
            <p:ph type="body" idx="1"/>
          </p:nvPr>
        </p:nvSpPr>
        <p:spPr>
          <a:xfrm>
            <a:off x="455775" y="2751550"/>
            <a:ext cx="26343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60" name="Google Shape;260;p37"/>
          <p:cNvSpPr txBox="1">
            <a:spLocks noGrp="1"/>
          </p:cNvSpPr>
          <p:nvPr>
            <p:ph type="body" idx="2"/>
          </p:nvPr>
        </p:nvSpPr>
        <p:spPr>
          <a:xfrm>
            <a:off x="3254975" y="2751550"/>
            <a:ext cx="26343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61" name="Google Shape;261;p37"/>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262" name="Google Shape;262;p37"/>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63" name="Google Shape;263;p37"/>
          <p:cNvSpPr>
            <a:spLocks noGrp="1"/>
          </p:cNvSpPr>
          <p:nvPr>
            <p:ph type="pic" idx="3"/>
          </p:nvPr>
        </p:nvSpPr>
        <p:spPr>
          <a:xfrm>
            <a:off x="1397400" y="1596242"/>
            <a:ext cx="750900" cy="750900"/>
          </a:xfrm>
          <a:prstGeom prst="rect">
            <a:avLst/>
          </a:prstGeom>
          <a:noFill/>
          <a:ln>
            <a:noFill/>
          </a:ln>
        </p:spPr>
      </p:sp>
      <p:sp>
        <p:nvSpPr>
          <p:cNvPr id="264" name="Google Shape;264;p37"/>
          <p:cNvSpPr>
            <a:spLocks noGrp="1"/>
          </p:cNvSpPr>
          <p:nvPr>
            <p:ph type="pic" idx="4"/>
          </p:nvPr>
        </p:nvSpPr>
        <p:spPr>
          <a:xfrm>
            <a:off x="4196605" y="1596238"/>
            <a:ext cx="750900" cy="750900"/>
          </a:xfrm>
          <a:prstGeom prst="rect">
            <a:avLst/>
          </a:prstGeom>
          <a:noFill/>
          <a:ln>
            <a:noFill/>
          </a:ln>
        </p:spPr>
      </p:sp>
      <p:sp>
        <p:nvSpPr>
          <p:cNvPr id="265" name="Google Shape;265;p37"/>
          <p:cNvSpPr/>
          <p:nvPr/>
        </p:nvSpPr>
        <p:spPr>
          <a:xfrm>
            <a:off x="6054175" y="1371613"/>
            <a:ext cx="26343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66" name="Google Shape;266;p37"/>
          <p:cNvSpPr>
            <a:spLocks noGrp="1"/>
          </p:cNvSpPr>
          <p:nvPr>
            <p:ph type="pic" idx="5"/>
          </p:nvPr>
        </p:nvSpPr>
        <p:spPr>
          <a:xfrm>
            <a:off x="6995805" y="1596238"/>
            <a:ext cx="750900" cy="750900"/>
          </a:xfrm>
          <a:prstGeom prst="rect">
            <a:avLst/>
          </a:prstGeom>
          <a:noFill/>
          <a:ln>
            <a:noFill/>
          </a:ln>
        </p:spPr>
      </p:sp>
      <p:sp>
        <p:nvSpPr>
          <p:cNvPr id="267" name="Google Shape;267;p37"/>
          <p:cNvSpPr txBox="1">
            <a:spLocks noGrp="1"/>
          </p:cNvSpPr>
          <p:nvPr>
            <p:ph type="body" idx="6"/>
          </p:nvPr>
        </p:nvSpPr>
        <p:spPr>
          <a:xfrm>
            <a:off x="6054175" y="2731231"/>
            <a:ext cx="26343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7: Title and 4 icons">
  <p:cSld name="TITLE_ONLY_1_1_2_1">
    <p:spTree>
      <p:nvGrpSpPr>
        <p:cNvPr id="1" name="Shape 268"/>
        <p:cNvGrpSpPr/>
        <p:nvPr/>
      </p:nvGrpSpPr>
      <p:grpSpPr>
        <a:xfrm>
          <a:off x="0" y="0"/>
          <a:ext cx="0" cy="0"/>
          <a:chOff x="0" y="0"/>
          <a:chExt cx="0" cy="0"/>
        </a:xfrm>
      </p:grpSpPr>
      <p:sp>
        <p:nvSpPr>
          <p:cNvPr id="269" name="Google Shape;269;p38"/>
          <p:cNvSpPr txBox="1">
            <a:spLocks noGrp="1"/>
          </p:cNvSpPr>
          <p:nvPr>
            <p:ph type="body" idx="1"/>
          </p:nvPr>
        </p:nvSpPr>
        <p:spPr>
          <a:xfrm>
            <a:off x="455775" y="2762100"/>
            <a:ext cx="19347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70" name="Google Shape;270;p38"/>
          <p:cNvSpPr txBox="1">
            <a:spLocks noGrp="1"/>
          </p:cNvSpPr>
          <p:nvPr>
            <p:ph type="body" idx="2"/>
          </p:nvPr>
        </p:nvSpPr>
        <p:spPr>
          <a:xfrm>
            <a:off x="2555275" y="2762100"/>
            <a:ext cx="19347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71" name="Google Shape;271;p38"/>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272" name="Google Shape;272;p38"/>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73" name="Google Shape;273;p38"/>
          <p:cNvSpPr>
            <a:spLocks noGrp="1"/>
          </p:cNvSpPr>
          <p:nvPr>
            <p:ph type="pic" idx="3"/>
          </p:nvPr>
        </p:nvSpPr>
        <p:spPr>
          <a:xfrm>
            <a:off x="949050" y="1623594"/>
            <a:ext cx="948300" cy="948300"/>
          </a:xfrm>
          <a:prstGeom prst="rect">
            <a:avLst/>
          </a:prstGeom>
          <a:noFill/>
          <a:ln>
            <a:noFill/>
          </a:ln>
        </p:spPr>
      </p:sp>
      <p:sp>
        <p:nvSpPr>
          <p:cNvPr id="274" name="Google Shape;274;p38"/>
          <p:cNvSpPr>
            <a:spLocks noGrp="1"/>
          </p:cNvSpPr>
          <p:nvPr>
            <p:ph type="pic" idx="4"/>
          </p:nvPr>
        </p:nvSpPr>
        <p:spPr>
          <a:xfrm>
            <a:off x="3048550" y="1623594"/>
            <a:ext cx="948300" cy="948300"/>
          </a:xfrm>
          <a:prstGeom prst="rect">
            <a:avLst/>
          </a:prstGeom>
          <a:noFill/>
          <a:ln>
            <a:noFill/>
          </a:ln>
        </p:spPr>
      </p:sp>
      <p:sp>
        <p:nvSpPr>
          <p:cNvPr id="275" name="Google Shape;275;p38"/>
          <p:cNvSpPr txBox="1">
            <a:spLocks noGrp="1"/>
          </p:cNvSpPr>
          <p:nvPr>
            <p:ph type="body" idx="5"/>
          </p:nvPr>
        </p:nvSpPr>
        <p:spPr>
          <a:xfrm>
            <a:off x="4654113" y="2762100"/>
            <a:ext cx="19347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76" name="Google Shape;276;p38"/>
          <p:cNvSpPr>
            <a:spLocks noGrp="1"/>
          </p:cNvSpPr>
          <p:nvPr>
            <p:ph type="pic" idx="6"/>
          </p:nvPr>
        </p:nvSpPr>
        <p:spPr>
          <a:xfrm>
            <a:off x="5148050" y="1623594"/>
            <a:ext cx="948300" cy="948300"/>
          </a:xfrm>
          <a:prstGeom prst="rect">
            <a:avLst/>
          </a:prstGeom>
          <a:noFill/>
          <a:ln>
            <a:noFill/>
          </a:ln>
        </p:spPr>
      </p:sp>
      <p:sp>
        <p:nvSpPr>
          <p:cNvPr id="277" name="Google Shape;277;p38"/>
          <p:cNvSpPr txBox="1">
            <a:spLocks noGrp="1"/>
          </p:cNvSpPr>
          <p:nvPr>
            <p:ph type="body" idx="7"/>
          </p:nvPr>
        </p:nvSpPr>
        <p:spPr>
          <a:xfrm>
            <a:off x="6752950" y="2762100"/>
            <a:ext cx="19347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78" name="Google Shape;278;p38"/>
          <p:cNvSpPr>
            <a:spLocks noGrp="1"/>
          </p:cNvSpPr>
          <p:nvPr>
            <p:ph type="pic" idx="8"/>
          </p:nvPr>
        </p:nvSpPr>
        <p:spPr>
          <a:xfrm>
            <a:off x="7247550" y="1623594"/>
            <a:ext cx="948300" cy="9483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8: Title and 4 icons">
  <p:cSld name="TITLE_ONLY_1_1_1_2_1">
    <p:spTree>
      <p:nvGrpSpPr>
        <p:cNvPr id="1" name="Shape 279"/>
        <p:cNvGrpSpPr/>
        <p:nvPr/>
      </p:nvGrpSpPr>
      <p:grpSpPr>
        <a:xfrm>
          <a:off x="0" y="0"/>
          <a:ext cx="0" cy="0"/>
          <a:chOff x="0" y="0"/>
          <a:chExt cx="0" cy="0"/>
        </a:xfrm>
      </p:grpSpPr>
      <p:sp>
        <p:nvSpPr>
          <p:cNvPr id="280" name="Google Shape;280;p39"/>
          <p:cNvSpPr/>
          <p:nvPr/>
        </p:nvSpPr>
        <p:spPr>
          <a:xfrm>
            <a:off x="4654113" y="1755138"/>
            <a:ext cx="19347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81" name="Google Shape;281;p39"/>
          <p:cNvSpPr/>
          <p:nvPr/>
        </p:nvSpPr>
        <p:spPr>
          <a:xfrm>
            <a:off x="2555275" y="1774663"/>
            <a:ext cx="19347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82" name="Google Shape;282;p39"/>
          <p:cNvSpPr/>
          <p:nvPr/>
        </p:nvSpPr>
        <p:spPr>
          <a:xfrm>
            <a:off x="455775" y="1774663"/>
            <a:ext cx="19347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83" name="Google Shape;283;p39"/>
          <p:cNvSpPr txBox="1">
            <a:spLocks noGrp="1"/>
          </p:cNvSpPr>
          <p:nvPr>
            <p:ph type="body" idx="1"/>
          </p:nvPr>
        </p:nvSpPr>
        <p:spPr>
          <a:xfrm>
            <a:off x="455775" y="3036100"/>
            <a:ext cx="19347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84" name="Google Shape;284;p39"/>
          <p:cNvSpPr txBox="1">
            <a:spLocks noGrp="1"/>
          </p:cNvSpPr>
          <p:nvPr>
            <p:ph type="body" idx="2"/>
          </p:nvPr>
        </p:nvSpPr>
        <p:spPr>
          <a:xfrm>
            <a:off x="2555275" y="3036100"/>
            <a:ext cx="19347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85" name="Google Shape;285;p39"/>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286" name="Google Shape;286;p39"/>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287" name="Google Shape;287;p39"/>
          <p:cNvSpPr>
            <a:spLocks noGrp="1"/>
          </p:cNvSpPr>
          <p:nvPr>
            <p:ph type="pic" idx="3"/>
          </p:nvPr>
        </p:nvSpPr>
        <p:spPr>
          <a:xfrm>
            <a:off x="949050" y="2003650"/>
            <a:ext cx="948300" cy="948300"/>
          </a:xfrm>
          <a:prstGeom prst="rect">
            <a:avLst/>
          </a:prstGeom>
          <a:noFill/>
          <a:ln>
            <a:noFill/>
          </a:ln>
        </p:spPr>
      </p:sp>
      <p:sp>
        <p:nvSpPr>
          <p:cNvPr id="288" name="Google Shape;288;p39"/>
          <p:cNvSpPr>
            <a:spLocks noGrp="1"/>
          </p:cNvSpPr>
          <p:nvPr>
            <p:ph type="pic" idx="4"/>
          </p:nvPr>
        </p:nvSpPr>
        <p:spPr>
          <a:xfrm>
            <a:off x="3048219" y="2003650"/>
            <a:ext cx="948300" cy="948300"/>
          </a:xfrm>
          <a:prstGeom prst="rect">
            <a:avLst/>
          </a:prstGeom>
          <a:noFill/>
          <a:ln>
            <a:noFill/>
          </a:ln>
        </p:spPr>
      </p:sp>
      <p:sp>
        <p:nvSpPr>
          <p:cNvPr id="289" name="Google Shape;289;p39"/>
          <p:cNvSpPr>
            <a:spLocks noGrp="1"/>
          </p:cNvSpPr>
          <p:nvPr>
            <p:ph type="pic" idx="5"/>
          </p:nvPr>
        </p:nvSpPr>
        <p:spPr>
          <a:xfrm>
            <a:off x="5147388" y="2003650"/>
            <a:ext cx="948300" cy="948300"/>
          </a:xfrm>
          <a:prstGeom prst="rect">
            <a:avLst/>
          </a:prstGeom>
          <a:noFill/>
          <a:ln>
            <a:noFill/>
          </a:ln>
        </p:spPr>
      </p:sp>
      <p:sp>
        <p:nvSpPr>
          <p:cNvPr id="290" name="Google Shape;290;p39"/>
          <p:cNvSpPr txBox="1">
            <a:spLocks noGrp="1"/>
          </p:cNvSpPr>
          <p:nvPr>
            <p:ph type="body" idx="6"/>
          </p:nvPr>
        </p:nvSpPr>
        <p:spPr>
          <a:xfrm>
            <a:off x="4654113" y="3036100"/>
            <a:ext cx="19347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91" name="Google Shape;291;p39"/>
          <p:cNvSpPr/>
          <p:nvPr/>
        </p:nvSpPr>
        <p:spPr>
          <a:xfrm>
            <a:off x="6752950" y="1774663"/>
            <a:ext cx="19347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92" name="Google Shape;292;p39"/>
          <p:cNvSpPr>
            <a:spLocks noGrp="1"/>
          </p:cNvSpPr>
          <p:nvPr>
            <p:ph type="pic" idx="7"/>
          </p:nvPr>
        </p:nvSpPr>
        <p:spPr>
          <a:xfrm>
            <a:off x="7246550" y="2003650"/>
            <a:ext cx="948300" cy="948300"/>
          </a:xfrm>
          <a:prstGeom prst="rect">
            <a:avLst/>
          </a:prstGeom>
          <a:noFill/>
          <a:ln>
            <a:noFill/>
          </a:ln>
        </p:spPr>
      </p:sp>
      <p:sp>
        <p:nvSpPr>
          <p:cNvPr id="293" name="Google Shape;293;p39"/>
          <p:cNvSpPr txBox="1">
            <a:spLocks noGrp="1"/>
          </p:cNvSpPr>
          <p:nvPr>
            <p:ph type="body" idx="8"/>
          </p:nvPr>
        </p:nvSpPr>
        <p:spPr>
          <a:xfrm>
            <a:off x="6752950" y="3036100"/>
            <a:ext cx="1934700" cy="1309200"/>
          </a:xfrm>
          <a:prstGeom prst="rect">
            <a:avLst/>
          </a:prstGeom>
        </p:spPr>
        <p:txBody>
          <a:bodyPr spcFirstLastPara="1" wrap="square" lIns="91450" tIns="91450" rIns="91450" bIns="9145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9: Title and 4 icons">
  <p:cSld name="TITLE_ONLY_1_1_1_1_1_1">
    <p:spTree>
      <p:nvGrpSpPr>
        <p:cNvPr id="1" name="Shape 294"/>
        <p:cNvGrpSpPr/>
        <p:nvPr/>
      </p:nvGrpSpPr>
      <p:grpSpPr>
        <a:xfrm>
          <a:off x="0" y="0"/>
          <a:ext cx="0" cy="0"/>
          <a:chOff x="0" y="0"/>
          <a:chExt cx="0" cy="0"/>
        </a:xfrm>
      </p:grpSpPr>
      <p:sp>
        <p:nvSpPr>
          <p:cNvPr id="295" name="Google Shape;295;p40"/>
          <p:cNvSpPr/>
          <p:nvPr/>
        </p:nvSpPr>
        <p:spPr>
          <a:xfrm>
            <a:off x="2555275" y="1371613"/>
            <a:ext cx="19347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96" name="Google Shape;296;p40"/>
          <p:cNvSpPr/>
          <p:nvPr/>
        </p:nvSpPr>
        <p:spPr>
          <a:xfrm>
            <a:off x="455775" y="1371613"/>
            <a:ext cx="19347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297" name="Google Shape;297;p40"/>
          <p:cNvSpPr txBox="1">
            <a:spLocks noGrp="1"/>
          </p:cNvSpPr>
          <p:nvPr>
            <p:ph type="body" idx="1"/>
          </p:nvPr>
        </p:nvSpPr>
        <p:spPr>
          <a:xfrm>
            <a:off x="455775" y="2751550"/>
            <a:ext cx="19347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98" name="Google Shape;298;p40"/>
          <p:cNvSpPr txBox="1">
            <a:spLocks noGrp="1"/>
          </p:cNvSpPr>
          <p:nvPr>
            <p:ph type="body" idx="2"/>
          </p:nvPr>
        </p:nvSpPr>
        <p:spPr>
          <a:xfrm>
            <a:off x="2555275" y="2751550"/>
            <a:ext cx="19347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299" name="Google Shape;299;p40"/>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300" name="Google Shape;300;p40"/>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301" name="Google Shape;301;p40"/>
          <p:cNvSpPr>
            <a:spLocks noGrp="1"/>
          </p:cNvSpPr>
          <p:nvPr>
            <p:ph type="pic" idx="3"/>
          </p:nvPr>
        </p:nvSpPr>
        <p:spPr>
          <a:xfrm>
            <a:off x="1047675" y="1596242"/>
            <a:ext cx="750900" cy="750900"/>
          </a:xfrm>
          <a:prstGeom prst="rect">
            <a:avLst/>
          </a:prstGeom>
          <a:noFill/>
          <a:ln>
            <a:noFill/>
          </a:ln>
        </p:spPr>
        <p:txBody>
          <a:bodyPr/>
          <a:lstStyle/>
          <a:p>
            <a:endParaRPr lang="en-GB"/>
          </a:p>
        </p:txBody>
      </p:sp>
      <p:sp>
        <p:nvSpPr>
          <p:cNvPr id="302" name="Google Shape;302;p40"/>
          <p:cNvSpPr>
            <a:spLocks noGrp="1"/>
          </p:cNvSpPr>
          <p:nvPr>
            <p:ph type="pic" idx="4"/>
          </p:nvPr>
        </p:nvSpPr>
        <p:spPr>
          <a:xfrm>
            <a:off x="3146849" y="1596238"/>
            <a:ext cx="750900" cy="750900"/>
          </a:xfrm>
          <a:prstGeom prst="rect">
            <a:avLst/>
          </a:prstGeom>
          <a:noFill/>
          <a:ln>
            <a:noFill/>
          </a:ln>
        </p:spPr>
        <p:txBody>
          <a:bodyPr/>
          <a:lstStyle/>
          <a:p>
            <a:endParaRPr lang="en-GB"/>
          </a:p>
        </p:txBody>
      </p:sp>
      <p:sp>
        <p:nvSpPr>
          <p:cNvPr id="303" name="Google Shape;303;p40"/>
          <p:cNvSpPr>
            <a:spLocks noGrp="1"/>
          </p:cNvSpPr>
          <p:nvPr>
            <p:ph type="pic" idx="5"/>
          </p:nvPr>
        </p:nvSpPr>
        <p:spPr>
          <a:xfrm>
            <a:off x="5246017" y="1596238"/>
            <a:ext cx="750900" cy="750900"/>
          </a:xfrm>
          <a:prstGeom prst="rect">
            <a:avLst/>
          </a:prstGeom>
          <a:noFill/>
          <a:ln>
            <a:noFill/>
          </a:ln>
        </p:spPr>
        <p:txBody>
          <a:bodyPr/>
          <a:lstStyle/>
          <a:p>
            <a:endParaRPr lang="en-GB"/>
          </a:p>
        </p:txBody>
      </p:sp>
      <p:sp>
        <p:nvSpPr>
          <p:cNvPr id="304" name="Google Shape;304;p40"/>
          <p:cNvSpPr txBox="1">
            <a:spLocks noGrp="1"/>
          </p:cNvSpPr>
          <p:nvPr>
            <p:ph type="body" idx="6"/>
          </p:nvPr>
        </p:nvSpPr>
        <p:spPr>
          <a:xfrm>
            <a:off x="4654113" y="2731238"/>
            <a:ext cx="19347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05" name="Google Shape;305;p40"/>
          <p:cNvSpPr/>
          <p:nvPr/>
        </p:nvSpPr>
        <p:spPr>
          <a:xfrm>
            <a:off x="4654113" y="1371613"/>
            <a:ext cx="19347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06" name="Google Shape;306;p40"/>
          <p:cNvSpPr/>
          <p:nvPr/>
        </p:nvSpPr>
        <p:spPr>
          <a:xfrm>
            <a:off x="6752950" y="1371613"/>
            <a:ext cx="1934700" cy="12003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07" name="Google Shape;307;p40"/>
          <p:cNvSpPr>
            <a:spLocks noGrp="1"/>
          </p:cNvSpPr>
          <p:nvPr>
            <p:ph type="pic" idx="7"/>
          </p:nvPr>
        </p:nvSpPr>
        <p:spPr>
          <a:xfrm>
            <a:off x="7345180" y="1596238"/>
            <a:ext cx="750900" cy="750900"/>
          </a:xfrm>
          <a:prstGeom prst="rect">
            <a:avLst/>
          </a:prstGeom>
          <a:noFill/>
          <a:ln>
            <a:noFill/>
          </a:ln>
        </p:spPr>
        <p:txBody>
          <a:bodyPr/>
          <a:lstStyle/>
          <a:p>
            <a:endParaRPr lang="en-GB"/>
          </a:p>
        </p:txBody>
      </p:sp>
      <p:sp>
        <p:nvSpPr>
          <p:cNvPr id="308" name="Google Shape;308;p40"/>
          <p:cNvSpPr txBox="1">
            <a:spLocks noGrp="1"/>
          </p:cNvSpPr>
          <p:nvPr>
            <p:ph type="body" idx="8"/>
          </p:nvPr>
        </p:nvSpPr>
        <p:spPr>
          <a:xfrm>
            <a:off x="6752950" y="2751550"/>
            <a:ext cx="19347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10: Title and 5 icons">
  <p:cSld name="TITLE_ONLY_1_1_2_1_1">
    <p:spTree>
      <p:nvGrpSpPr>
        <p:cNvPr id="1" name="Shape 309"/>
        <p:cNvGrpSpPr/>
        <p:nvPr/>
      </p:nvGrpSpPr>
      <p:grpSpPr>
        <a:xfrm>
          <a:off x="0" y="0"/>
          <a:ext cx="0" cy="0"/>
          <a:chOff x="0" y="0"/>
          <a:chExt cx="0" cy="0"/>
        </a:xfrm>
      </p:grpSpPr>
      <p:sp>
        <p:nvSpPr>
          <p:cNvPr id="310" name="Google Shape;310;p41"/>
          <p:cNvSpPr txBox="1">
            <a:spLocks noGrp="1"/>
          </p:cNvSpPr>
          <p:nvPr>
            <p:ph type="body" idx="1"/>
          </p:nvPr>
        </p:nvSpPr>
        <p:spPr>
          <a:xfrm>
            <a:off x="455775" y="2762100"/>
            <a:ext cx="15414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11" name="Google Shape;311;p41"/>
          <p:cNvSpPr txBox="1">
            <a:spLocks noGrp="1"/>
          </p:cNvSpPr>
          <p:nvPr>
            <p:ph type="body" idx="2"/>
          </p:nvPr>
        </p:nvSpPr>
        <p:spPr>
          <a:xfrm>
            <a:off x="2128360" y="2762100"/>
            <a:ext cx="15414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12" name="Google Shape;312;p41"/>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313" name="Google Shape;313;p41"/>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314" name="Google Shape;314;p41"/>
          <p:cNvSpPr>
            <a:spLocks noGrp="1"/>
          </p:cNvSpPr>
          <p:nvPr>
            <p:ph type="pic" idx="3"/>
          </p:nvPr>
        </p:nvSpPr>
        <p:spPr>
          <a:xfrm>
            <a:off x="752325" y="1623594"/>
            <a:ext cx="948300" cy="948300"/>
          </a:xfrm>
          <a:prstGeom prst="rect">
            <a:avLst/>
          </a:prstGeom>
          <a:noFill/>
          <a:ln>
            <a:noFill/>
          </a:ln>
        </p:spPr>
      </p:sp>
      <p:sp>
        <p:nvSpPr>
          <p:cNvPr id="315" name="Google Shape;315;p41"/>
          <p:cNvSpPr>
            <a:spLocks noGrp="1"/>
          </p:cNvSpPr>
          <p:nvPr>
            <p:ph type="pic" idx="4"/>
          </p:nvPr>
        </p:nvSpPr>
        <p:spPr>
          <a:xfrm>
            <a:off x="2424913" y="1623594"/>
            <a:ext cx="948300" cy="948300"/>
          </a:xfrm>
          <a:prstGeom prst="rect">
            <a:avLst/>
          </a:prstGeom>
          <a:noFill/>
          <a:ln>
            <a:noFill/>
          </a:ln>
        </p:spPr>
      </p:sp>
      <p:sp>
        <p:nvSpPr>
          <p:cNvPr id="316" name="Google Shape;316;p41"/>
          <p:cNvSpPr txBox="1">
            <a:spLocks noGrp="1"/>
          </p:cNvSpPr>
          <p:nvPr>
            <p:ph type="body" idx="5"/>
          </p:nvPr>
        </p:nvSpPr>
        <p:spPr>
          <a:xfrm>
            <a:off x="3800416" y="2762100"/>
            <a:ext cx="15414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17" name="Google Shape;317;p41"/>
          <p:cNvSpPr>
            <a:spLocks noGrp="1"/>
          </p:cNvSpPr>
          <p:nvPr>
            <p:ph type="pic" idx="6"/>
          </p:nvPr>
        </p:nvSpPr>
        <p:spPr>
          <a:xfrm>
            <a:off x="4097500" y="1623594"/>
            <a:ext cx="948300" cy="948300"/>
          </a:xfrm>
          <a:prstGeom prst="rect">
            <a:avLst/>
          </a:prstGeom>
          <a:noFill/>
          <a:ln>
            <a:noFill/>
          </a:ln>
        </p:spPr>
      </p:sp>
      <p:sp>
        <p:nvSpPr>
          <p:cNvPr id="318" name="Google Shape;318;p41"/>
          <p:cNvSpPr txBox="1">
            <a:spLocks noGrp="1"/>
          </p:cNvSpPr>
          <p:nvPr>
            <p:ph type="body" idx="7"/>
          </p:nvPr>
        </p:nvSpPr>
        <p:spPr>
          <a:xfrm>
            <a:off x="5472473" y="2762100"/>
            <a:ext cx="15414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19" name="Google Shape;319;p41"/>
          <p:cNvSpPr>
            <a:spLocks noGrp="1"/>
          </p:cNvSpPr>
          <p:nvPr>
            <p:ph type="pic" idx="8"/>
          </p:nvPr>
        </p:nvSpPr>
        <p:spPr>
          <a:xfrm>
            <a:off x="5770088" y="1623594"/>
            <a:ext cx="948300" cy="948300"/>
          </a:xfrm>
          <a:prstGeom prst="rect">
            <a:avLst/>
          </a:prstGeom>
          <a:noFill/>
          <a:ln>
            <a:noFill/>
          </a:ln>
        </p:spPr>
      </p:sp>
      <p:sp>
        <p:nvSpPr>
          <p:cNvPr id="320" name="Google Shape;320;p41"/>
          <p:cNvSpPr txBox="1">
            <a:spLocks noGrp="1"/>
          </p:cNvSpPr>
          <p:nvPr>
            <p:ph type="body" idx="9"/>
          </p:nvPr>
        </p:nvSpPr>
        <p:spPr>
          <a:xfrm>
            <a:off x="7144530" y="2762100"/>
            <a:ext cx="1541400" cy="15828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21" name="Google Shape;321;p41"/>
          <p:cNvSpPr>
            <a:spLocks noGrp="1"/>
          </p:cNvSpPr>
          <p:nvPr>
            <p:ph type="pic" idx="13"/>
          </p:nvPr>
        </p:nvSpPr>
        <p:spPr>
          <a:xfrm>
            <a:off x="7442675" y="1623594"/>
            <a:ext cx="948300" cy="94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F11: Title and 5 icons">
  <p:cSld name="TITLE_ONLY_1_1_1_2_1_1">
    <p:spTree>
      <p:nvGrpSpPr>
        <p:cNvPr id="1" name="Shape 322"/>
        <p:cNvGrpSpPr/>
        <p:nvPr/>
      </p:nvGrpSpPr>
      <p:grpSpPr>
        <a:xfrm>
          <a:off x="0" y="0"/>
          <a:ext cx="0" cy="0"/>
          <a:chOff x="0" y="0"/>
          <a:chExt cx="0" cy="0"/>
        </a:xfrm>
      </p:grpSpPr>
      <p:sp>
        <p:nvSpPr>
          <p:cNvPr id="323" name="Google Shape;323;p42"/>
          <p:cNvSpPr/>
          <p:nvPr/>
        </p:nvSpPr>
        <p:spPr>
          <a:xfrm>
            <a:off x="3800416" y="1755138"/>
            <a:ext cx="15414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24" name="Google Shape;324;p42"/>
          <p:cNvSpPr/>
          <p:nvPr/>
        </p:nvSpPr>
        <p:spPr>
          <a:xfrm>
            <a:off x="2128360" y="1774663"/>
            <a:ext cx="15414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25" name="Google Shape;325;p42"/>
          <p:cNvSpPr/>
          <p:nvPr/>
        </p:nvSpPr>
        <p:spPr>
          <a:xfrm>
            <a:off x="455775" y="1774663"/>
            <a:ext cx="15414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26" name="Google Shape;326;p42"/>
          <p:cNvSpPr txBox="1">
            <a:spLocks noGrp="1"/>
          </p:cNvSpPr>
          <p:nvPr>
            <p:ph type="body" idx="1"/>
          </p:nvPr>
        </p:nvSpPr>
        <p:spPr>
          <a:xfrm>
            <a:off x="455775" y="3036100"/>
            <a:ext cx="1541400" cy="1309200"/>
          </a:xfrm>
          <a:prstGeom prst="rect">
            <a:avLst/>
          </a:prstGeom>
        </p:spPr>
        <p:txBody>
          <a:bodyPr spcFirstLastPara="1" wrap="square" lIns="91450" tIns="91450" rIns="91450" bIns="91450" anchor="t" anchorCtr="0">
            <a:noAutofit/>
          </a:bodyPr>
          <a:lstStyle>
            <a:lvl1pPr marL="457200" lvl="0" indent="-292100" algn="ctr">
              <a:spcBef>
                <a:spcPts val="0"/>
              </a:spcBef>
              <a:spcAft>
                <a:spcPts val="0"/>
              </a:spcAft>
              <a:buSzPts val="1000"/>
              <a:buChar char="●"/>
              <a:defRPr sz="1000">
                <a:solidFill>
                  <a:schemeClr val="dk1"/>
                </a:solidFill>
              </a:defRPr>
            </a:lvl1pPr>
            <a:lvl2pPr marL="914400" lvl="1" indent="-292100" algn="ctr">
              <a:spcBef>
                <a:spcPts val="1000"/>
              </a:spcBef>
              <a:spcAft>
                <a:spcPts val="0"/>
              </a:spcAft>
              <a:buSzPts val="1000"/>
              <a:buChar char="○"/>
              <a:defRPr sz="1000">
                <a:solidFill>
                  <a:schemeClr val="dk1"/>
                </a:solidFill>
              </a:defRPr>
            </a:lvl2pPr>
            <a:lvl3pPr marL="1371600" lvl="2" indent="-292100" algn="ctr">
              <a:spcBef>
                <a:spcPts val="1000"/>
              </a:spcBef>
              <a:spcAft>
                <a:spcPts val="0"/>
              </a:spcAft>
              <a:buSzPts val="1000"/>
              <a:buChar char="■"/>
              <a:defRPr>
                <a:solidFill>
                  <a:schemeClr val="dk1"/>
                </a:solidFill>
              </a:defRPr>
            </a:lvl3pPr>
            <a:lvl4pPr marL="1828800" lvl="3" indent="-292100" algn="ctr">
              <a:spcBef>
                <a:spcPts val="1000"/>
              </a:spcBef>
              <a:spcAft>
                <a:spcPts val="0"/>
              </a:spcAft>
              <a:buSzPts val="1000"/>
              <a:buChar char="●"/>
              <a:defRPr>
                <a:solidFill>
                  <a:schemeClr val="dk1"/>
                </a:solidFill>
              </a:defRPr>
            </a:lvl4pPr>
            <a:lvl5pPr marL="2286000" lvl="4" indent="-292100" algn="ctr">
              <a:spcBef>
                <a:spcPts val="1000"/>
              </a:spcBef>
              <a:spcAft>
                <a:spcPts val="0"/>
              </a:spcAft>
              <a:buSzPts val="1000"/>
              <a:buChar char="○"/>
              <a:defRPr>
                <a:solidFill>
                  <a:schemeClr val="dk1"/>
                </a:solidFill>
              </a:defRPr>
            </a:lvl5pPr>
            <a:lvl6pPr marL="2743200" lvl="5" indent="-292100" algn="ctr">
              <a:spcBef>
                <a:spcPts val="1000"/>
              </a:spcBef>
              <a:spcAft>
                <a:spcPts val="0"/>
              </a:spcAft>
              <a:buSzPts val="1000"/>
              <a:buChar char="■"/>
              <a:defRPr>
                <a:solidFill>
                  <a:schemeClr val="dk1"/>
                </a:solidFill>
              </a:defRPr>
            </a:lvl6pPr>
            <a:lvl7pPr marL="3200400" lvl="6" indent="-292100" algn="ctr">
              <a:spcBef>
                <a:spcPts val="1000"/>
              </a:spcBef>
              <a:spcAft>
                <a:spcPts val="0"/>
              </a:spcAft>
              <a:buSzPts val="1000"/>
              <a:buChar char="●"/>
              <a:defRPr>
                <a:solidFill>
                  <a:schemeClr val="dk1"/>
                </a:solidFill>
              </a:defRPr>
            </a:lvl7pPr>
            <a:lvl8pPr marL="3657600" lvl="7" indent="-292100" algn="ctr">
              <a:spcBef>
                <a:spcPts val="1000"/>
              </a:spcBef>
              <a:spcAft>
                <a:spcPts val="0"/>
              </a:spcAft>
              <a:buSzPts val="1000"/>
              <a:buChar char="○"/>
              <a:defRPr>
                <a:solidFill>
                  <a:schemeClr val="dk1"/>
                </a:solidFill>
              </a:defRPr>
            </a:lvl8pPr>
            <a:lvl9pPr marL="4114800" lvl="8" indent="-292100" algn="ctr">
              <a:spcBef>
                <a:spcPts val="1000"/>
              </a:spcBef>
              <a:spcAft>
                <a:spcPts val="1000"/>
              </a:spcAft>
              <a:buSzPts val="1000"/>
              <a:buChar char="■"/>
              <a:defRPr>
                <a:solidFill>
                  <a:schemeClr val="dk1"/>
                </a:solidFill>
              </a:defRPr>
            </a:lvl9pPr>
          </a:lstStyle>
          <a:p>
            <a:endParaRPr/>
          </a:p>
        </p:txBody>
      </p:sp>
      <p:sp>
        <p:nvSpPr>
          <p:cNvPr id="327" name="Google Shape;327;p42"/>
          <p:cNvSpPr txBox="1">
            <a:spLocks noGrp="1"/>
          </p:cNvSpPr>
          <p:nvPr>
            <p:ph type="body" idx="2"/>
          </p:nvPr>
        </p:nvSpPr>
        <p:spPr>
          <a:xfrm>
            <a:off x="2128363" y="3036100"/>
            <a:ext cx="1541400" cy="1309200"/>
          </a:xfrm>
          <a:prstGeom prst="rect">
            <a:avLst/>
          </a:prstGeom>
        </p:spPr>
        <p:txBody>
          <a:bodyPr spcFirstLastPara="1" wrap="square" lIns="91450" tIns="91450" rIns="91450" bIns="91450" anchor="t" anchorCtr="0">
            <a:noAutofit/>
          </a:bodyPr>
          <a:lstStyle>
            <a:lvl1pPr marL="457200" lvl="0" indent="-292100" algn="ctr">
              <a:spcBef>
                <a:spcPts val="0"/>
              </a:spcBef>
              <a:spcAft>
                <a:spcPts val="0"/>
              </a:spcAft>
              <a:buSzPts val="1000"/>
              <a:buChar char="●"/>
              <a:defRPr sz="1000">
                <a:solidFill>
                  <a:schemeClr val="dk1"/>
                </a:solidFill>
              </a:defRPr>
            </a:lvl1pPr>
            <a:lvl2pPr marL="914400" lvl="1" indent="-292100" algn="ctr">
              <a:spcBef>
                <a:spcPts val="1000"/>
              </a:spcBef>
              <a:spcAft>
                <a:spcPts val="0"/>
              </a:spcAft>
              <a:buSzPts val="1000"/>
              <a:buChar char="○"/>
              <a:defRPr sz="1000">
                <a:solidFill>
                  <a:schemeClr val="dk1"/>
                </a:solidFill>
              </a:defRPr>
            </a:lvl2pPr>
            <a:lvl3pPr marL="1371600" lvl="2" indent="-292100" algn="ctr">
              <a:spcBef>
                <a:spcPts val="1000"/>
              </a:spcBef>
              <a:spcAft>
                <a:spcPts val="0"/>
              </a:spcAft>
              <a:buSzPts val="1000"/>
              <a:buChar char="■"/>
              <a:defRPr>
                <a:solidFill>
                  <a:schemeClr val="dk1"/>
                </a:solidFill>
              </a:defRPr>
            </a:lvl3pPr>
            <a:lvl4pPr marL="1828800" lvl="3" indent="-292100" algn="ctr">
              <a:spcBef>
                <a:spcPts val="1000"/>
              </a:spcBef>
              <a:spcAft>
                <a:spcPts val="0"/>
              </a:spcAft>
              <a:buSzPts val="1000"/>
              <a:buChar char="●"/>
              <a:defRPr>
                <a:solidFill>
                  <a:schemeClr val="dk1"/>
                </a:solidFill>
              </a:defRPr>
            </a:lvl4pPr>
            <a:lvl5pPr marL="2286000" lvl="4" indent="-292100" algn="ctr">
              <a:spcBef>
                <a:spcPts val="1000"/>
              </a:spcBef>
              <a:spcAft>
                <a:spcPts val="0"/>
              </a:spcAft>
              <a:buSzPts val="1000"/>
              <a:buChar char="○"/>
              <a:defRPr>
                <a:solidFill>
                  <a:schemeClr val="dk1"/>
                </a:solidFill>
              </a:defRPr>
            </a:lvl5pPr>
            <a:lvl6pPr marL="2743200" lvl="5" indent="-292100" algn="ctr">
              <a:spcBef>
                <a:spcPts val="1000"/>
              </a:spcBef>
              <a:spcAft>
                <a:spcPts val="0"/>
              </a:spcAft>
              <a:buSzPts val="1000"/>
              <a:buChar char="■"/>
              <a:defRPr>
                <a:solidFill>
                  <a:schemeClr val="dk1"/>
                </a:solidFill>
              </a:defRPr>
            </a:lvl6pPr>
            <a:lvl7pPr marL="3200400" lvl="6" indent="-292100" algn="ctr">
              <a:spcBef>
                <a:spcPts val="1000"/>
              </a:spcBef>
              <a:spcAft>
                <a:spcPts val="0"/>
              </a:spcAft>
              <a:buSzPts val="1000"/>
              <a:buChar char="●"/>
              <a:defRPr>
                <a:solidFill>
                  <a:schemeClr val="dk1"/>
                </a:solidFill>
              </a:defRPr>
            </a:lvl7pPr>
            <a:lvl8pPr marL="3657600" lvl="7" indent="-292100" algn="ctr">
              <a:spcBef>
                <a:spcPts val="1000"/>
              </a:spcBef>
              <a:spcAft>
                <a:spcPts val="0"/>
              </a:spcAft>
              <a:buSzPts val="1000"/>
              <a:buChar char="○"/>
              <a:defRPr>
                <a:solidFill>
                  <a:schemeClr val="dk1"/>
                </a:solidFill>
              </a:defRPr>
            </a:lvl8pPr>
            <a:lvl9pPr marL="4114800" lvl="8" indent="-292100" algn="ctr">
              <a:spcBef>
                <a:spcPts val="1000"/>
              </a:spcBef>
              <a:spcAft>
                <a:spcPts val="1000"/>
              </a:spcAft>
              <a:buSzPts val="1000"/>
              <a:buChar char="■"/>
              <a:defRPr>
                <a:solidFill>
                  <a:schemeClr val="dk1"/>
                </a:solidFill>
              </a:defRPr>
            </a:lvl9pPr>
          </a:lstStyle>
          <a:p>
            <a:endParaRPr/>
          </a:p>
        </p:txBody>
      </p:sp>
      <p:sp>
        <p:nvSpPr>
          <p:cNvPr id="328" name="Google Shape;328;p42"/>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lgn="ctr">
              <a:spcBef>
                <a:spcPts val="0"/>
              </a:spcBef>
              <a:spcAft>
                <a:spcPts val="0"/>
              </a:spcAft>
              <a:buSzPts val="2400"/>
              <a:buNone/>
              <a:defRPr/>
            </a:lvl1pPr>
            <a:lvl2pPr lvl="1" algn="ctr">
              <a:spcBef>
                <a:spcPts val="1300"/>
              </a:spcBef>
              <a:spcAft>
                <a:spcPts val="0"/>
              </a:spcAft>
              <a:buSzPts val="2800"/>
              <a:buNone/>
              <a:defRPr/>
            </a:lvl2pPr>
            <a:lvl3pPr lvl="2" algn="ctr">
              <a:spcBef>
                <a:spcPts val="1300"/>
              </a:spcBef>
              <a:spcAft>
                <a:spcPts val="0"/>
              </a:spcAft>
              <a:buSzPts val="2800"/>
              <a:buNone/>
              <a:defRPr/>
            </a:lvl3pPr>
            <a:lvl4pPr lvl="3" algn="ctr">
              <a:spcBef>
                <a:spcPts val="1300"/>
              </a:spcBef>
              <a:spcAft>
                <a:spcPts val="0"/>
              </a:spcAft>
              <a:buSzPts val="2800"/>
              <a:buNone/>
              <a:defRPr/>
            </a:lvl4pPr>
            <a:lvl5pPr lvl="4" algn="ctr">
              <a:spcBef>
                <a:spcPts val="1300"/>
              </a:spcBef>
              <a:spcAft>
                <a:spcPts val="0"/>
              </a:spcAft>
              <a:buSzPts val="2800"/>
              <a:buNone/>
              <a:defRPr/>
            </a:lvl5pPr>
            <a:lvl6pPr lvl="5" algn="ctr">
              <a:spcBef>
                <a:spcPts val="1300"/>
              </a:spcBef>
              <a:spcAft>
                <a:spcPts val="0"/>
              </a:spcAft>
              <a:buSzPts val="2800"/>
              <a:buNone/>
              <a:defRPr/>
            </a:lvl6pPr>
            <a:lvl7pPr lvl="6" algn="ctr">
              <a:spcBef>
                <a:spcPts val="1300"/>
              </a:spcBef>
              <a:spcAft>
                <a:spcPts val="0"/>
              </a:spcAft>
              <a:buSzPts val="2800"/>
              <a:buNone/>
              <a:defRPr/>
            </a:lvl7pPr>
            <a:lvl8pPr lvl="7" algn="ctr">
              <a:spcBef>
                <a:spcPts val="1300"/>
              </a:spcBef>
              <a:spcAft>
                <a:spcPts val="0"/>
              </a:spcAft>
              <a:buSzPts val="2800"/>
              <a:buNone/>
              <a:defRPr/>
            </a:lvl8pPr>
            <a:lvl9pPr lvl="8" algn="ctr">
              <a:spcBef>
                <a:spcPts val="1300"/>
              </a:spcBef>
              <a:spcAft>
                <a:spcPts val="1300"/>
              </a:spcAft>
              <a:buSzPts val="2800"/>
              <a:buNone/>
              <a:defRPr/>
            </a:lvl9pPr>
          </a:lstStyle>
          <a:p>
            <a:endParaRPr/>
          </a:p>
        </p:txBody>
      </p:sp>
      <p:sp>
        <p:nvSpPr>
          <p:cNvPr id="329" name="Google Shape;329;p42"/>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330" name="Google Shape;330;p42"/>
          <p:cNvSpPr>
            <a:spLocks noGrp="1"/>
          </p:cNvSpPr>
          <p:nvPr>
            <p:ph type="pic" idx="3"/>
          </p:nvPr>
        </p:nvSpPr>
        <p:spPr>
          <a:xfrm>
            <a:off x="752325" y="2003650"/>
            <a:ext cx="948300" cy="948300"/>
          </a:xfrm>
          <a:prstGeom prst="rect">
            <a:avLst/>
          </a:prstGeom>
          <a:noFill/>
          <a:ln>
            <a:noFill/>
          </a:ln>
        </p:spPr>
      </p:sp>
      <p:sp>
        <p:nvSpPr>
          <p:cNvPr id="331" name="Google Shape;331;p42"/>
          <p:cNvSpPr>
            <a:spLocks noGrp="1"/>
          </p:cNvSpPr>
          <p:nvPr>
            <p:ph type="pic" idx="4"/>
          </p:nvPr>
        </p:nvSpPr>
        <p:spPr>
          <a:xfrm>
            <a:off x="2424638" y="2003650"/>
            <a:ext cx="948300" cy="948300"/>
          </a:xfrm>
          <a:prstGeom prst="rect">
            <a:avLst/>
          </a:prstGeom>
          <a:noFill/>
          <a:ln>
            <a:noFill/>
          </a:ln>
        </p:spPr>
      </p:sp>
      <p:sp>
        <p:nvSpPr>
          <p:cNvPr id="332" name="Google Shape;332;p42"/>
          <p:cNvSpPr>
            <a:spLocks noGrp="1"/>
          </p:cNvSpPr>
          <p:nvPr>
            <p:ph type="pic" idx="5"/>
          </p:nvPr>
        </p:nvSpPr>
        <p:spPr>
          <a:xfrm>
            <a:off x="4096969" y="2003650"/>
            <a:ext cx="948300" cy="948300"/>
          </a:xfrm>
          <a:prstGeom prst="rect">
            <a:avLst/>
          </a:prstGeom>
          <a:noFill/>
          <a:ln>
            <a:noFill/>
          </a:ln>
        </p:spPr>
      </p:sp>
      <p:sp>
        <p:nvSpPr>
          <p:cNvPr id="333" name="Google Shape;333;p42"/>
          <p:cNvSpPr txBox="1">
            <a:spLocks noGrp="1"/>
          </p:cNvSpPr>
          <p:nvPr>
            <p:ph type="body" idx="6"/>
          </p:nvPr>
        </p:nvSpPr>
        <p:spPr>
          <a:xfrm>
            <a:off x="3800413" y="3036100"/>
            <a:ext cx="1541400" cy="1309200"/>
          </a:xfrm>
          <a:prstGeom prst="rect">
            <a:avLst/>
          </a:prstGeom>
        </p:spPr>
        <p:txBody>
          <a:bodyPr spcFirstLastPara="1" wrap="square" lIns="91450" tIns="91450" rIns="91450" bIns="91450" anchor="t" anchorCtr="0">
            <a:noAutofit/>
          </a:bodyPr>
          <a:lstStyle>
            <a:lvl1pPr marL="457200" lvl="0" indent="-292100" algn="ctr">
              <a:spcBef>
                <a:spcPts val="0"/>
              </a:spcBef>
              <a:spcAft>
                <a:spcPts val="0"/>
              </a:spcAft>
              <a:buSzPts val="1000"/>
              <a:buChar char="●"/>
              <a:defRPr sz="1000">
                <a:solidFill>
                  <a:schemeClr val="dk1"/>
                </a:solidFill>
              </a:defRPr>
            </a:lvl1pPr>
            <a:lvl2pPr marL="914400" lvl="1" indent="-292100" algn="ctr">
              <a:spcBef>
                <a:spcPts val="1000"/>
              </a:spcBef>
              <a:spcAft>
                <a:spcPts val="0"/>
              </a:spcAft>
              <a:buSzPts val="1000"/>
              <a:buChar char="○"/>
              <a:defRPr sz="1000">
                <a:solidFill>
                  <a:schemeClr val="dk1"/>
                </a:solidFill>
              </a:defRPr>
            </a:lvl2pPr>
            <a:lvl3pPr marL="1371600" lvl="2" indent="-292100" algn="ctr">
              <a:spcBef>
                <a:spcPts val="1000"/>
              </a:spcBef>
              <a:spcAft>
                <a:spcPts val="0"/>
              </a:spcAft>
              <a:buSzPts val="1000"/>
              <a:buChar char="■"/>
              <a:defRPr>
                <a:solidFill>
                  <a:schemeClr val="dk1"/>
                </a:solidFill>
              </a:defRPr>
            </a:lvl3pPr>
            <a:lvl4pPr marL="1828800" lvl="3" indent="-292100" algn="ctr">
              <a:spcBef>
                <a:spcPts val="1000"/>
              </a:spcBef>
              <a:spcAft>
                <a:spcPts val="0"/>
              </a:spcAft>
              <a:buSzPts val="1000"/>
              <a:buChar char="●"/>
              <a:defRPr>
                <a:solidFill>
                  <a:schemeClr val="dk1"/>
                </a:solidFill>
              </a:defRPr>
            </a:lvl4pPr>
            <a:lvl5pPr marL="2286000" lvl="4" indent="-292100" algn="ctr">
              <a:spcBef>
                <a:spcPts val="1000"/>
              </a:spcBef>
              <a:spcAft>
                <a:spcPts val="0"/>
              </a:spcAft>
              <a:buSzPts val="1000"/>
              <a:buChar char="○"/>
              <a:defRPr>
                <a:solidFill>
                  <a:schemeClr val="dk1"/>
                </a:solidFill>
              </a:defRPr>
            </a:lvl5pPr>
            <a:lvl6pPr marL="2743200" lvl="5" indent="-292100" algn="ctr">
              <a:spcBef>
                <a:spcPts val="1000"/>
              </a:spcBef>
              <a:spcAft>
                <a:spcPts val="0"/>
              </a:spcAft>
              <a:buSzPts val="1000"/>
              <a:buChar char="■"/>
              <a:defRPr>
                <a:solidFill>
                  <a:schemeClr val="dk1"/>
                </a:solidFill>
              </a:defRPr>
            </a:lvl6pPr>
            <a:lvl7pPr marL="3200400" lvl="6" indent="-292100" algn="ctr">
              <a:spcBef>
                <a:spcPts val="1000"/>
              </a:spcBef>
              <a:spcAft>
                <a:spcPts val="0"/>
              </a:spcAft>
              <a:buSzPts val="1000"/>
              <a:buChar char="●"/>
              <a:defRPr>
                <a:solidFill>
                  <a:schemeClr val="dk1"/>
                </a:solidFill>
              </a:defRPr>
            </a:lvl7pPr>
            <a:lvl8pPr marL="3657600" lvl="7" indent="-292100" algn="ctr">
              <a:spcBef>
                <a:spcPts val="1000"/>
              </a:spcBef>
              <a:spcAft>
                <a:spcPts val="0"/>
              </a:spcAft>
              <a:buSzPts val="1000"/>
              <a:buChar char="○"/>
              <a:defRPr>
                <a:solidFill>
                  <a:schemeClr val="dk1"/>
                </a:solidFill>
              </a:defRPr>
            </a:lvl8pPr>
            <a:lvl9pPr marL="4114800" lvl="8" indent="-292100" algn="ctr">
              <a:spcBef>
                <a:spcPts val="1000"/>
              </a:spcBef>
              <a:spcAft>
                <a:spcPts val="1000"/>
              </a:spcAft>
              <a:buSzPts val="1000"/>
              <a:buChar char="■"/>
              <a:defRPr>
                <a:solidFill>
                  <a:schemeClr val="dk1"/>
                </a:solidFill>
              </a:defRPr>
            </a:lvl9pPr>
          </a:lstStyle>
          <a:p>
            <a:endParaRPr/>
          </a:p>
        </p:txBody>
      </p:sp>
      <p:sp>
        <p:nvSpPr>
          <p:cNvPr id="334" name="Google Shape;334;p42"/>
          <p:cNvSpPr>
            <a:spLocks noGrp="1"/>
          </p:cNvSpPr>
          <p:nvPr>
            <p:ph type="pic" idx="7"/>
          </p:nvPr>
        </p:nvSpPr>
        <p:spPr>
          <a:xfrm>
            <a:off x="5769019" y="2003650"/>
            <a:ext cx="948300" cy="948300"/>
          </a:xfrm>
          <a:prstGeom prst="rect">
            <a:avLst/>
          </a:prstGeom>
          <a:noFill/>
          <a:ln>
            <a:noFill/>
          </a:ln>
        </p:spPr>
      </p:sp>
      <p:sp>
        <p:nvSpPr>
          <p:cNvPr id="335" name="Google Shape;335;p42"/>
          <p:cNvSpPr txBox="1">
            <a:spLocks noGrp="1"/>
          </p:cNvSpPr>
          <p:nvPr>
            <p:ph type="body" idx="8"/>
          </p:nvPr>
        </p:nvSpPr>
        <p:spPr>
          <a:xfrm>
            <a:off x="5472475" y="3036100"/>
            <a:ext cx="1541400" cy="1309200"/>
          </a:xfrm>
          <a:prstGeom prst="rect">
            <a:avLst/>
          </a:prstGeom>
        </p:spPr>
        <p:txBody>
          <a:bodyPr spcFirstLastPara="1" wrap="square" lIns="91450" tIns="91450" rIns="91450" bIns="91450" anchor="t" anchorCtr="0">
            <a:noAutofit/>
          </a:bodyPr>
          <a:lstStyle>
            <a:lvl1pPr marL="457200" lvl="0" indent="-292100" algn="ctr">
              <a:spcBef>
                <a:spcPts val="0"/>
              </a:spcBef>
              <a:spcAft>
                <a:spcPts val="0"/>
              </a:spcAft>
              <a:buSzPts val="1000"/>
              <a:buChar char="●"/>
              <a:defRPr sz="1000">
                <a:solidFill>
                  <a:schemeClr val="dk1"/>
                </a:solidFill>
              </a:defRPr>
            </a:lvl1pPr>
            <a:lvl2pPr marL="914400" lvl="1" indent="-292100" algn="ctr">
              <a:spcBef>
                <a:spcPts val="1000"/>
              </a:spcBef>
              <a:spcAft>
                <a:spcPts val="0"/>
              </a:spcAft>
              <a:buSzPts val="1000"/>
              <a:buChar char="○"/>
              <a:defRPr sz="1000">
                <a:solidFill>
                  <a:schemeClr val="dk1"/>
                </a:solidFill>
              </a:defRPr>
            </a:lvl2pPr>
            <a:lvl3pPr marL="1371600" lvl="2" indent="-292100" algn="ctr">
              <a:spcBef>
                <a:spcPts val="1000"/>
              </a:spcBef>
              <a:spcAft>
                <a:spcPts val="0"/>
              </a:spcAft>
              <a:buSzPts val="1000"/>
              <a:buChar char="■"/>
              <a:defRPr>
                <a:solidFill>
                  <a:schemeClr val="dk1"/>
                </a:solidFill>
              </a:defRPr>
            </a:lvl3pPr>
            <a:lvl4pPr marL="1828800" lvl="3" indent="-292100" algn="ctr">
              <a:spcBef>
                <a:spcPts val="1000"/>
              </a:spcBef>
              <a:spcAft>
                <a:spcPts val="0"/>
              </a:spcAft>
              <a:buSzPts val="1000"/>
              <a:buChar char="●"/>
              <a:defRPr>
                <a:solidFill>
                  <a:schemeClr val="dk1"/>
                </a:solidFill>
              </a:defRPr>
            </a:lvl4pPr>
            <a:lvl5pPr marL="2286000" lvl="4" indent="-292100" algn="ctr">
              <a:spcBef>
                <a:spcPts val="1000"/>
              </a:spcBef>
              <a:spcAft>
                <a:spcPts val="0"/>
              </a:spcAft>
              <a:buSzPts val="1000"/>
              <a:buChar char="○"/>
              <a:defRPr>
                <a:solidFill>
                  <a:schemeClr val="dk1"/>
                </a:solidFill>
              </a:defRPr>
            </a:lvl5pPr>
            <a:lvl6pPr marL="2743200" lvl="5" indent="-292100" algn="ctr">
              <a:spcBef>
                <a:spcPts val="1000"/>
              </a:spcBef>
              <a:spcAft>
                <a:spcPts val="0"/>
              </a:spcAft>
              <a:buSzPts val="1000"/>
              <a:buChar char="■"/>
              <a:defRPr>
                <a:solidFill>
                  <a:schemeClr val="dk1"/>
                </a:solidFill>
              </a:defRPr>
            </a:lvl6pPr>
            <a:lvl7pPr marL="3200400" lvl="6" indent="-292100" algn="ctr">
              <a:spcBef>
                <a:spcPts val="1000"/>
              </a:spcBef>
              <a:spcAft>
                <a:spcPts val="0"/>
              </a:spcAft>
              <a:buSzPts val="1000"/>
              <a:buChar char="●"/>
              <a:defRPr>
                <a:solidFill>
                  <a:schemeClr val="dk1"/>
                </a:solidFill>
              </a:defRPr>
            </a:lvl7pPr>
            <a:lvl8pPr marL="3657600" lvl="7" indent="-292100" algn="ctr">
              <a:spcBef>
                <a:spcPts val="1000"/>
              </a:spcBef>
              <a:spcAft>
                <a:spcPts val="0"/>
              </a:spcAft>
              <a:buSzPts val="1000"/>
              <a:buChar char="○"/>
              <a:defRPr>
                <a:solidFill>
                  <a:schemeClr val="dk1"/>
                </a:solidFill>
              </a:defRPr>
            </a:lvl8pPr>
            <a:lvl9pPr marL="4114800" lvl="8" indent="-292100" algn="ctr">
              <a:spcBef>
                <a:spcPts val="1000"/>
              </a:spcBef>
              <a:spcAft>
                <a:spcPts val="1000"/>
              </a:spcAft>
              <a:buSzPts val="1000"/>
              <a:buChar char="■"/>
              <a:defRPr>
                <a:solidFill>
                  <a:schemeClr val="dk1"/>
                </a:solidFill>
              </a:defRPr>
            </a:lvl9pPr>
          </a:lstStyle>
          <a:p>
            <a:endParaRPr/>
          </a:p>
        </p:txBody>
      </p:sp>
      <p:sp>
        <p:nvSpPr>
          <p:cNvPr id="336" name="Google Shape;336;p42"/>
          <p:cNvSpPr/>
          <p:nvPr/>
        </p:nvSpPr>
        <p:spPr>
          <a:xfrm>
            <a:off x="5472473" y="1774663"/>
            <a:ext cx="15414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37" name="Google Shape;337;p42"/>
          <p:cNvSpPr/>
          <p:nvPr/>
        </p:nvSpPr>
        <p:spPr>
          <a:xfrm>
            <a:off x="7144530" y="1774663"/>
            <a:ext cx="1541400" cy="2570400"/>
          </a:xfrm>
          <a:prstGeom prst="roundRect">
            <a:avLst>
              <a:gd name="adj" fmla="val 9523"/>
            </a:avLst>
          </a:prstGeom>
          <a:solidFill>
            <a:srgbClr val="E8E6DC"/>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38" name="Google Shape;338;p42"/>
          <p:cNvSpPr>
            <a:spLocks noGrp="1"/>
          </p:cNvSpPr>
          <p:nvPr>
            <p:ph type="pic" idx="9"/>
          </p:nvPr>
        </p:nvSpPr>
        <p:spPr>
          <a:xfrm>
            <a:off x="7441069" y="2003650"/>
            <a:ext cx="948300" cy="948300"/>
          </a:xfrm>
          <a:prstGeom prst="rect">
            <a:avLst/>
          </a:prstGeom>
          <a:noFill/>
          <a:ln>
            <a:noFill/>
          </a:ln>
        </p:spPr>
      </p:sp>
      <p:sp>
        <p:nvSpPr>
          <p:cNvPr id="339" name="Google Shape;339;p42"/>
          <p:cNvSpPr txBox="1">
            <a:spLocks noGrp="1"/>
          </p:cNvSpPr>
          <p:nvPr>
            <p:ph type="body" idx="13"/>
          </p:nvPr>
        </p:nvSpPr>
        <p:spPr>
          <a:xfrm>
            <a:off x="7144538" y="3036100"/>
            <a:ext cx="1541400" cy="1309200"/>
          </a:xfrm>
          <a:prstGeom prst="rect">
            <a:avLst/>
          </a:prstGeom>
        </p:spPr>
        <p:txBody>
          <a:bodyPr spcFirstLastPara="1" wrap="square" lIns="91450" tIns="91450" rIns="91450" bIns="91450" anchor="t" anchorCtr="0">
            <a:noAutofit/>
          </a:bodyPr>
          <a:lstStyle>
            <a:lvl1pPr marL="457200" lvl="0" indent="-292100" algn="ctr">
              <a:spcBef>
                <a:spcPts val="0"/>
              </a:spcBef>
              <a:spcAft>
                <a:spcPts val="0"/>
              </a:spcAft>
              <a:buSzPts val="1000"/>
              <a:buChar char="●"/>
              <a:defRPr sz="1000">
                <a:solidFill>
                  <a:schemeClr val="dk1"/>
                </a:solidFill>
              </a:defRPr>
            </a:lvl1pPr>
            <a:lvl2pPr marL="914400" lvl="1" indent="-292100" algn="ctr">
              <a:spcBef>
                <a:spcPts val="1000"/>
              </a:spcBef>
              <a:spcAft>
                <a:spcPts val="0"/>
              </a:spcAft>
              <a:buSzPts val="1000"/>
              <a:buChar char="○"/>
              <a:defRPr sz="1000">
                <a:solidFill>
                  <a:schemeClr val="dk1"/>
                </a:solidFill>
              </a:defRPr>
            </a:lvl2pPr>
            <a:lvl3pPr marL="1371600" lvl="2" indent="-292100" algn="ctr">
              <a:spcBef>
                <a:spcPts val="1000"/>
              </a:spcBef>
              <a:spcAft>
                <a:spcPts val="0"/>
              </a:spcAft>
              <a:buSzPts val="1000"/>
              <a:buChar char="■"/>
              <a:defRPr>
                <a:solidFill>
                  <a:schemeClr val="dk1"/>
                </a:solidFill>
              </a:defRPr>
            </a:lvl3pPr>
            <a:lvl4pPr marL="1828800" lvl="3" indent="-292100" algn="ctr">
              <a:spcBef>
                <a:spcPts val="1000"/>
              </a:spcBef>
              <a:spcAft>
                <a:spcPts val="0"/>
              </a:spcAft>
              <a:buSzPts val="1000"/>
              <a:buChar char="●"/>
              <a:defRPr>
                <a:solidFill>
                  <a:schemeClr val="dk1"/>
                </a:solidFill>
              </a:defRPr>
            </a:lvl4pPr>
            <a:lvl5pPr marL="2286000" lvl="4" indent="-292100" algn="ctr">
              <a:spcBef>
                <a:spcPts val="1000"/>
              </a:spcBef>
              <a:spcAft>
                <a:spcPts val="0"/>
              </a:spcAft>
              <a:buSzPts val="1000"/>
              <a:buChar char="○"/>
              <a:defRPr>
                <a:solidFill>
                  <a:schemeClr val="dk1"/>
                </a:solidFill>
              </a:defRPr>
            </a:lvl5pPr>
            <a:lvl6pPr marL="2743200" lvl="5" indent="-292100" algn="ctr">
              <a:spcBef>
                <a:spcPts val="1000"/>
              </a:spcBef>
              <a:spcAft>
                <a:spcPts val="0"/>
              </a:spcAft>
              <a:buSzPts val="1000"/>
              <a:buChar char="■"/>
              <a:defRPr>
                <a:solidFill>
                  <a:schemeClr val="dk1"/>
                </a:solidFill>
              </a:defRPr>
            </a:lvl6pPr>
            <a:lvl7pPr marL="3200400" lvl="6" indent="-292100" algn="ctr">
              <a:spcBef>
                <a:spcPts val="1000"/>
              </a:spcBef>
              <a:spcAft>
                <a:spcPts val="0"/>
              </a:spcAft>
              <a:buSzPts val="1000"/>
              <a:buChar char="●"/>
              <a:defRPr>
                <a:solidFill>
                  <a:schemeClr val="dk1"/>
                </a:solidFill>
              </a:defRPr>
            </a:lvl7pPr>
            <a:lvl8pPr marL="3657600" lvl="7" indent="-292100" algn="ctr">
              <a:spcBef>
                <a:spcPts val="1000"/>
              </a:spcBef>
              <a:spcAft>
                <a:spcPts val="0"/>
              </a:spcAft>
              <a:buSzPts val="1000"/>
              <a:buChar char="○"/>
              <a:defRPr>
                <a:solidFill>
                  <a:schemeClr val="dk1"/>
                </a:solidFill>
              </a:defRPr>
            </a:lvl8pPr>
            <a:lvl9pPr marL="4114800" lvl="8" indent="-292100" algn="ctr">
              <a:spcBef>
                <a:spcPts val="1000"/>
              </a:spcBef>
              <a:spcAft>
                <a:spcPts val="1000"/>
              </a:spcAft>
              <a:buSzPts val="1000"/>
              <a:buChar char="■"/>
              <a:defRPr>
                <a:solidFill>
                  <a:schemeClr val="dk1"/>
                </a:solidFil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F12: Title and 5 icons">
  <p:cSld name="TITLE_ONLY_1_1_1_1_1_1_1">
    <p:spTree>
      <p:nvGrpSpPr>
        <p:cNvPr id="1" name="Shape 340"/>
        <p:cNvGrpSpPr/>
        <p:nvPr/>
      </p:nvGrpSpPr>
      <p:grpSpPr>
        <a:xfrm>
          <a:off x="0" y="0"/>
          <a:ext cx="0" cy="0"/>
          <a:chOff x="0" y="0"/>
          <a:chExt cx="0" cy="0"/>
        </a:xfrm>
      </p:grpSpPr>
      <p:sp>
        <p:nvSpPr>
          <p:cNvPr id="341" name="Google Shape;341;p43"/>
          <p:cNvSpPr txBox="1">
            <a:spLocks noGrp="1"/>
          </p:cNvSpPr>
          <p:nvPr>
            <p:ph type="body" idx="1"/>
          </p:nvPr>
        </p:nvSpPr>
        <p:spPr>
          <a:xfrm>
            <a:off x="455775" y="2751550"/>
            <a:ext cx="15414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42" name="Google Shape;342;p43"/>
          <p:cNvSpPr txBox="1">
            <a:spLocks noGrp="1"/>
          </p:cNvSpPr>
          <p:nvPr>
            <p:ph type="body" idx="2"/>
          </p:nvPr>
        </p:nvSpPr>
        <p:spPr>
          <a:xfrm>
            <a:off x="2128363" y="2751550"/>
            <a:ext cx="15414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43" name="Google Shape;343;p43"/>
          <p:cNvSpPr txBox="1">
            <a:spLocks noGrp="1"/>
          </p:cNvSpPr>
          <p:nvPr>
            <p:ph type="title"/>
          </p:nvPr>
        </p:nvSpPr>
        <p:spPr>
          <a:xfrm>
            <a:off x="456825" y="457199"/>
            <a:ext cx="8230200" cy="914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1300"/>
              </a:spcBef>
              <a:spcAft>
                <a:spcPts val="0"/>
              </a:spcAft>
              <a:buSzPts val="2800"/>
              <a:buNone/>
              <a:defRPr/>
            </a:lvl2pPr>
            <a:lvl3pPr lvl="2">
              <a:spcBef>
                <a:spcPts val="1300"/>
              </a:spcBef>
              <a:spcAft>
                <a:spcPts val="0"/>
              </a:spcAft>
              <a:buSzPts val="2800"/>
              <a:buNone/>
              <a:defRPr/>
            </a:lvl3pPr>
            <a:lvl4pPr lvl="3">
              <a:spcBef>
                <a:spcPts val="1300"/>
              </a:spcBef>
              <a:spcAft>
                <a:spcPts val="0"/>
              </a:spcAft>
              <a:buSzPts val="2800"/>
              <a:buNone/>
              <a:defRPr/>
            </a:lvl4pPr>
            <a:lvl5pPr lvl="4">
              <a:spcBef>
                <a:spcPts val="1300"/>
              </a:spcBef>
              <a:spcAft>
                <a:spcPts val="0"/>
              </a:spcAft>
              <a:buSzPts val="2800"/>
              <a:buNone/>
              <a:defRPr/>
            </a:lvl5pPr>
            <a:lvl6pPr lvl="5">
              <a:spcBef>
                <a:spcPts val="1300"/>
              </a:spcBef>
              <a:spcAft>
                <a:spcPts val="0"/>
              </a:spcAft>
              <a:buSzPts val="2800"/>
              <a:buNone/>
              <a:defRPr/>
            </a:lvl6pPr>
            <a:lvl7pPr lvl="6">
              <a:spcBef>
                <a:spcPts val="1300"/>
              </a:spcBef>
              <a:spcAft>
                <a:spcPts val="0"/>
              </a:spcAft>
              <a:buSzPts val="2800"/>
              <a:buNone/>
              <a:defRPr/>
            </a:lvl7pPr>
            <a:lvl8pPr lvl="7">
              <a:spcBef>
                <a:spcPts val="1300"/>
              </a:spcBef>
              <a:spcAft>
                <a:spcPts val="0"/>
              </a:spcAft>
              <a:buSzPts val="2800"/>
              <a:buNone/>
              <a:defRPr/>
            </a:lvl8pPr>
            <a:lvl9pPr lvl="8">
              <a:spcBef>
                <a:spcPts val="1300"/>
              </a:spcBef>
              <a:spcAft>
                <a:spcPts val="1300"/>
              </a:spcAft>
              <a:buSzPts val="2800"/>
              <a:buNone/>
              <a:defRPr/>
            </a:lvl9pPr>
          </a:lstStyle>
          <a:p>
            <a:endParaRPr/>
          </a:p>
        </p:txBody>
      </p:sp>
      <p:sp>
        <p:nvSpPr>
          <p:cNvPr id="344" name="Google Shape;344;p43"/>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00"/>
              <a:buNone/>
              <a:defRPr>
                <a:latin typeface="Poppins"/>
                <a:ea typeface="Poppins"/>
                <a:cs typeface="Poppins"/>
                <a:sym typeface="Poppins"/>
              </a:defRPr>
            </a:lvl1pPr>
            <a:lvl2pPr lvl="1" algn="r">
              <a:lnSpc>
                <a:spcPct val="80000"/>
              </a:lnSpc>
              <a:buSzPts val="1000"/>
              <a:buNone/>
              <a:defRPr>
                <a:latin typeface="Poppins"/>
                <a:ea typeface="Poppins"/>
                <a:cs typeface="Poppins"/>
                <a:sym typeface="Poppins"/>
              </a:defRPr>
            </a:lvl2pPr>
            <a:lvl3pPr lvl="2" algn="r">
              <a:lnSpc>
                <a:spcPct val="80000"/>
              </a:lnSpc>
              <a:buSzPts val="1000"/>
              <a:buNone/>
              <a:defRPr>
                <a:latin typeface="Poppins"/>
                <a:ea typeface="Poppins"/>
                <a:cs typeface="Poppins"/>
                <a:sym typeface="Poppins"/>
              </a:defRPr>
            </a:lvl3pPr>
            <a:lvl4pPr lvl="3" algn="r">
              <a:lnSpc>
                <a:spcPct val="80000"/>
              </a:lnSpc>
              <a:buSzPts val="1000"/>
              <a:buNone/>
              <a:defRPr>
                <a:latin typeface="Poppins"/>
                <a:ea typeface="Poppins"/>
                <a:cs typeface="Poppins"/>
                <a:sym typeface="Poppins"/>
              </a:defRPr>
            </a:lvl4pPr>
            <a:lvl5pPr lvl="4" algn="r">
              <a:lnSpc>
                <a:spcPct val="80000"/>
              </a:lnSpc>
              <a:buSzPts val="1000"/>
              <a:buNone/>
              <a:defRPr>
                <a:latin typeface="Poppins"/>
                <a:ea typeface="Poppins"/>
                <a:cs typeface="Poppins"/>
                <a:sym typeface="Poppins"/>
              </a:defRPr>
            </a:lvl5pPr>
            <a:lvl6pPr lvl="5" algn="r">
              <a:lnSpc>
                <a:spcPct val="80000"/>
              </a:lnSpc>
              <a:buSzPts val="1000"/>
              <a:buNone/>
              <a:defRPr>
                <a:latin typeface="Poppins"/>
                <a:ea typeface="Poppins"/>
                <a:cs typeface="Poppins"/>
                <a:sym typeface="Poppins"/>
              </a:defRPr>
            </a:lvl6pPr>
            <a:lvl7pPr lvl="6" algn="r">
              <a:lnSpc>
                <a:spcPct val="80000"/>
              </a:lnSpc>
              <a:buSzPts val="1000"/>
              <a:buNone/>
              <a:defRPr>
                <a:latin typeface="Poppins"/>
                <a:ea typeface="Poppins"/>
                <a:cs typeface="Poppins"/>
                <a:sym typeface="Poppins"/>
              </a:defRPr>
            </a:lvl7pPr>
            <a:lvl8pPr lvl="7" algn="r">
              <a:lnSpc>
                <a:spcPct val="80000"/>
              </a:lnSpc>
              <a:buSzPts val="1000"/>
              <a:buNone/>
              <a:defRPr>
                <a:latin typeface="Poppins"/>
                <a:ea typeface="Poppins"/>
                <a:cs typeface="Poppins"/>
                <a:sym typeface="Poppins"/>
              </a:defRPr>
            </a:lvl8pPr>
            <a:lvl9pPr lvl="8" algn="r">
              <a:lnSpc>
                <a:spcPct val="80000"/>
              </a:lnSpc>
              <a:buSzPts val="1000"/>
              <a:buNone/>
              <a:defRPr>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345" name="Google Shape;345;p43"/>
          <p:cNvSpPr>
            <a:spLocks noGrp="1"/>
          </p:cNvSpPr>
          <p:nvPr>
            <p:ph type="pic" idx="3"/>
          </p:nvPr>
        </p:nvSpPr>
        <p:spPr>
          <a:xfrm>
            <a:off x="850950" y="1596242"/>
            <a:ext cx="750900" cy="750900"/>
          </a:xfrm>
          <a:prstGeom prst="rect">
            <a:avLst/>
          </a:prstGeom>
          <a:noFill/>
          <a:ln>
            <a:noFill/>
          </a:ln>
        </p:spPr>
      </p:sp>
      <p:sp>
        <p:nvSpPr>
          <p:cNvPr id="346" name="Google Shape;346;p43"/>
          <p:cNvSpPr>
            <a:spLocks noGrp="1"/>
          </p:cNvSpPr>
          <p:nvPr>
            <p:ph type="pic" idx="4"/>
          </p:nvPr>
        </p:nvSpPr>
        <p:spPr>
          <a:xfrm>
            <a:off x="2523267" y="1596238"/>
            <a:ext cx="750900" cy="750900"/>
          </a:xfrm>
          <a:prstGeom prst="rect">
            <a:avLst/>
          </a:prstGeom>
          <a:noFill/>
          <a:ln>
            <a:noFill/>
          </a:ln>
        </p:spPr>
      </p:sp>
      <p:sp>
        <p:nvSpPr>
          <p:cNvPr id="347" name="Google Shape;347;p43"/>
          <p:cNvSpPr>
            <a:spLocks noGrp="1"/>
          </p:cNvSpPr>
          <p:nvPr>
            <p:ph type="pic" idx="5"/>
          </p:nvPr>
        </p:nvSpPr>
        <p:spPr>
          <a:xfrm>
            <a:off x="4196559" y="1596238"/>
            <a:ext cx="750900" cy="750900"/>
          </a:xfrm>
          <a:prstGeom prst="rect">
            <a:avLst/>
          </a:prstGeom>
          <a:noFill/>
          <a:ln>
            <a:noFill/>
          </a:ln>
        </p:spPr>
      </p:sp>
      <p:sp>
        <p:nvSpPr>
          <p:cNvPr id="348" name="Google Shape;348;p43"/>
          <p:cNvSpPr txBox="1">
            <a:spLocks noGrp="1"/>
          </p:cNvSpPr>
          <p:nvPr>
            <p:ph type="body" idx="6"/>
          </p:nvPr>
        </p:nvSpPr>
        <p:spPr>
          <a:xfrm>
            <a:off x="3801373" y="2731238"/>
            <a:ext cx="15414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49" name="Google Shape;349;p43"/>
          <p:cNvSpPr>
            <a:spLocks noGrp="1"/>
          </p:cNvSpPr>
          <p:nvPr>
            <p:ph type="pic" idx="7"/>
          </p:nvPr>
        </p:nvSpPr>
        <p:spPr>
          <a:xfrm>
            <a:off x="5867649" y="1596238"/>
            <a:ext cx="750900" cy="750900"/>
          </a:xfrm>
          <a:prstGeom prst="rect">
            <a:avLst/>
          </a:prstGeom>
          <a:noFill/>
          <a:ln>
            <a:noFill/>
          </a:ln>
        </p:spPr>
      </p:sp>
      <p:sp>
        <p:nvSpPr>
          <p:cNvPr id="350" name="Google Shape;350;p43"/>
          <p:cNvSpPr txBox="1">
            <a:spLocks noGrp="1"/>
          </p:cNvSpPr>
          <p:nvPr>
            <p:ph type="body" idx="8"/>
          </p:nvPr>
        </p:nvSpPr>
        <p:spPr>
          <a:xfrm>
            <a:off x="5472475" y="2751550"/>
            <a:ext cx="15414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
        <p:nvSpPr>
          <p:cNvPr id="351" name="Google Shape;351;p43"/>
          <p:cNvSpPr/>
          <p:nvPr/>
        </p:nvSpPr>
        <p:spPr>
          <a:xfrm>
            <a:off x="3801377" y="1371613"/>
            <a:ext cx="1541400" cy="1200300"/>
          </a:xfrm>
          <a:prstGeom prst="roundRect">
            <a:avLst>
              <a:gd name="adj" fmla="val 9523"/>
            </a:avLst>
          </a:prstGeom>
          <a:solidFill>
            <a:schemeClr val="lt2"/>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52" name="Google Shape;352;p43"/>
          <p:cNvSpPr/>
          <p:nvPr/>
        </p:nvSpPr>
        <p:spPr>
          <a:xfrm>
            <a:off x="5472473" y="1371613"/>
            <a:ext cx="1541400" cy="1200300"/>
          </a:xfrm>
          <a:prstGeom prst="roundRect">
            <a:avLst>
              <a:gd name="adj" fmla="val 9523"/>
            </a:avLst>
          </a:prstGeom>
          <a:solidFill>
            <a:schemeClr val="lt2"/>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53" name="Google Shape;353;p43"/>
          <p:cNvSpPr/>
          <p:nvPr/>
        </p:nvSpPr>
        <p:spPr>
          <a:xfrm>
            <a:off x="2128360" y="1371613"/>
            <a:ext cx="1541400" cy="1200300"/>
          </a:xfrm>
          <a:prstGeom prst="roundRect">
            <a:avLst>
              <a:gd name="adj" fmla="val 9523"/>
            </a:avLst>
          </a:prstGeom>
          <a:solidFill>
            <a:schemeClr val="lt2"/>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54" name="Google Shape;354;p43"/>
          <p:cNvSpPr/>
          <p:nvPr/>
        </p:nvSpPr>
        <p:spPr>
          <a:xfrm>
            <a:off x="455775" y="1371613"/>
            <a:ext cx="1541400" cy="1200300"/>
          </a:xfrm>
          <a:prstGeom prst="roundRect">
            <a:avLst>
              <a:gd name="adj" fmla="val 9523"/>
            </a:avLst>
          </a:prstGeom>
          <a:solidFill>
            <a:schemeClr val="lt2"/>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55" name="Google Shape;355;p43"/>
          <p:cNvSpPr/>
          <p:nvPr/>
        </p:nvSpPr>
        <p:spPr>
          <a:xfrm>
            <a:off x="7144530" y="1371613"/>
            <a:ext cx="1541400" cy="1200300"/>
          </a:xfrm>
          <a:prstGeom prst="roundRect">
            <a:avLst>
              <a:gd name="adj" fmla="val 9523"/>
            </a:avLst>
          </a:prstGeom>
          <a:solidFill>
            <a:schemeClr val="lt2"/>
          </a:solidFill>
          <a:ln>
            <a:noFill/>
          </a:ln>
        </p:spPr>
        <p:txBody>
          <a:bodyPr spcFirstLastPara="1" wrap="square" lIns="91450" tIns="1280150" rIns="91450" bIns="91450" anchor="t" anchorCtr="0">
            <a:noAutofit/>
          </a:bodyPr>
          <a:lstStyle/>
          <a:p>
            <a:pPr marL="0" lvl="0" indent="0" algn="ctr" rtl="0">
              <a:spcBef>
                <a:spcPts val="0"/>
              </a:spcBef>
              <a:spcAft>
                <a:spcPts val="0"/>
              </a:spcAft>
              <a:buNone/>
            </a:pPr>
            <a:endParaRPr sz="700">
              <a:latin typeface="Lora"/>
              <a:ea typeface="Lora"/>
              <a:cs typeface="Lora"/>
              <a:sym typeface="Lora"/>
            </a:endParaRPr>
          </a:p>
        </p:txBody>
      </p:sp>
      <p:sp>
        <p:nvSpPr>
          <p:cNvPr id="356" name="Google Shape;356;p43"/>
          <p:cNvSpPr>
            <a:spLocks noGrp="1"/>
          </p:cNvSpPr>
          <p:nvPr>
            <p:ph type="pic" idx="9"/>
          </p:nvPr>
        </p:nvSpPr>
        <p:spPr>
          <a:xfrm>
            <a:off x="7539699" y="1596238"/>
            <a:ext cx="750900" cy="750900"/>
          </a:xfrm>
          <a:prstGeom prst="rect">
            <a:avLst/>
          </a:prstGeom>
          <a:noFill/>
          <a:ln>
            <a:noFill/>
          </a:ln>
        </p:spPr>
      </p:sp>
      <p:sp>
        <p:nvSpPr>
          <p:cNvPr id="357" name="Google Shape;357;p43"/>
          <p:cNvSpPr txBox="1">
            <a:spLocks noGrp="1"/>
          </p:cNvSpPr>
          <p:nvPr>
            <p:ph type="body" idx="13"/>
          </p:nvPr>
        </p:nvSpPr>
        <p:spPr>
          <a:xfrm>
            <a:off x="7144538" y="2751550"/>
            <a:ext cx="1541400" cy="1593600"/>
          </a:xfrm>
          <a:prstGeom prst="rect">
            <a:avLst/>
          </a:prstGeom>
        </p:spPr>
        <p:txBody>
          <a:bodyPr spcFirstLastPara="1" wrap="square" lIns="0" tIns="0" rIns="0" bIns="0" anchor="t" anchorCtr="0">
            <a:noAutofit/>
          </a:bodyPr>
          <a:lstStyle>
            <a:lvl1pPr marL="457200" lvl="0" indent="-317500" algn="ctr">
              <a:spcBef>
                <a:spcPts val="0"/>
              </a:spcBef>
              <a:spcAft>
                <a:spcPts val="0"/>
              </a:spcAft>
              <a:buSzPts val="1400"/>
              <a:buChar char="●"/>
              <a:defRPr sz="1400">
                <a:solidFill>
                  <a:schemeClr val="dk1"/>
                </a:solidFill>
              </a:defRPr>
            </a:lvl1pPr>
            <a:lvl2pPr marL="914400" lvl="1" indent="-304800" algn="ctr">
              <a:spcBef>
                <a:spcPts val="1000"/>
              </a:spcBef>
              <a:spcAft>
                <a:spcPts val="0"/>
              </a:spcAft>
              <a:buSzPts val="1200"/>
              <a:buChar char="○"/>
              <a:defRPr sz="1200">
                <a:solidFill>
                  <a:schemeClr val="dk1"/>
                </a:solidFill>
              </a:defRPr>
            </a:lvl2pPr>
            <a:lvl3pPr marL="1371600" lvl="2" indent="-304800" algn="ctr">
              <a:spcBef>
                <a:spcPts val="1000"/>
              </a:spcBef>
              <a:spcAft>
                <a:spcPts val="0"/>
              </a:spcAft>
              <a:buSzPts val="1200"/>
              <a:buChar char="■"/>
              <a:defRPr sz="1200">
                <a:solidFill>
                  <a:schemeClr val="dk1"/>
                </a:solidFill>
              </a:defRPr>
            </a:lvl3pPr>
            <a:lvl4pPr marL="1828800" lvl="3" indent="-304800" algn="ctr">
              <a:spcBef>
                <a:spcPts val="1000"/>
              </a:spcBef>
              <a:spcAft>
                <a:spcPts val="0"/>
              </a:spcAft>
              <a:buSzPts val="1200"/>
              <a:buChar char="●"/>
              <a:defRPr sz="1200">
                <a:solidFill>
                  <a:schemeClr val="dk1"/>
                </a:solidFill>
              </a:defRPr>
            </a:lvl4pPr>
            <a:lvl5pPr marL="2286000" lvl="4" indent="-304800" algn="ctr">
              <a:spcBef>
                <a:spcPts val="1000"/>
              </a:spcBef>
              <a:spcAft>
                <a:spcPts val="0"/>
              </a:spcAft>
              <a:buSzPts val="1200"/>
              <a:buChar char="○"/>
              <a:defRPr sz="1200">
                <a:solidFill>
                  <a:schemeClr val="dk1"/>
                </a:solidFill>
              </a:defRPr>
            </a:lvl5pPr>
            <a:lvl6pPr marL="2743200" lvl="5" indent="-304800" algn="ctr">
              <a:spcBef>
                <a:spcPts val="1000"/>
              </a:spcBef>
              <a:spcAft>
                <a:spcPts val="0"/>
              </a:spcAft>
              <a:buSzPts val="1200"/>
              <a:buChar char="■"/>
              <a:defRPr sz="1200">
                <a:solidFill>
                  <a:schemeClr val="dk1"/>
                </a:solidFill>
              </a:defRPr>
            </a:lvl6pPr>
            <a:lvl7pPr marL="3200400" lvl="6" indent="-304800" algn="ctr">
              <a:spcBef>
                <a:spcPts val="1000"/>
              </a:spcBef>
              <a:spcAft>
                <a:spcPts val="0"/>
              </a:spcAft>
              <a:buSzPts val="1200"/>
              <a:buChar char="●"/>
              <a:defRPr sz="1200">
                <a:solidFill>
                  <a:schemeClr val="dk1"/>
                </a:solidFill>
              </a:defRPr>
            </a:lvl7pPr>
            <a:lvl8pPr marL="3657600" lvl="7" indent="-304800" algn="ctr">
              <a:spcBef>
                <a:spcPts val="1000"/>
              </a:spcBef>
              <a:spcAft>
                <a:spcPts val="0"/>
              </a:spcAft>
              <a:buSzPts val="1200"/>
              <a:buChar char="○"/>
              <a:defRPr sz="1200">
                <a:solidFill>
                  <a:schemeClr val="dk1"/>
                </a:solidFill>
              </a:defRPr>
            </a:lvl8pPr>
            <a:lvl9pPr marL="4114800" lvl="8" indent="-304800" algn="ctr">
              <a:spcBef>
                <a:spcPts val="1000"/>
              </a:spcBef>
              <a:spcAft>
                <a:spcPts val="1000"/>
              </a:spcAft>
              <a:buSzPts val="1200"/>
              <a:buChar char="■"/>
              <a:defRPr sz="1200">
                <a:solidFill>
                  <a:schemeClr val="dk1"/>
                </a:solidFil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Blank White" type="tx">
  <p:cSld name="TITLE_AND_BODY">
    <p:bg>
      <p:bgPr>
        <a:solidFill>
          <a:srgbClr val="FFFDF8"/>
        </a:solidFill>
        <a:effectLst/>
      </p:bgPr>
    </p:bg>
    <p:spTree>
      <p:nvGrpSpPr>
        <p:cNvPr id="1" name="Shape 367"/>
        <p:cNvGrpSpPr/>
        <p:nvPr/>
      </p:nvGrpSpPr>
      <p:grpSpPr>
        <a:xfrm>
          <a:off x="0" y="0"/>
          <a:ext cx="0" cy="0"/>
          <a:chOff x="0" y="0"/>
          <a:chExt cx="0" cy="0"/>
        </a:xfrm>
      </p:grpSpPr>
      <p:sp>
        <p:nvSpPr>
          <p:cNvPr id="368" name="Google Shape;368;p46"/>
          <p:cNvSpPr/>
          <p:nvPr/>
        </p:nvSpPr>
        <p:spPr>
          <a:xfrm>
            <a:off x="0" y="0"/>
            <a:ext cx="9144000" cy="5143500"/>
          </a:xfrm>
          <a:prstGeom prst="rect">
            <a:avLst/>
          </a:prstGeom>
          <a:solidFill>
            <a:srgbClr val="F1EFEA"/>
          </a:solidFill>
          <a:ln>
            <a:noFill/>
          </a:ln>
        </p:spPr>
        <p:txBody>
          <a:bodyPr spcFirstLastPara="1" wrap="square" lIns="68650" tIns="34325" rIns="68650" bIns="3432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9" name="Google Shape;369;p46"/>
          <p:cNvSpPr txBox="1">
            <a:spLocks noGrp="1"/>
          </p:cNvSpPr>
          <p:nvPr>
            <p:ph type="sldNum" idx="12"/>
          </p:nvPr>
        </p:nvSpPr>
        <p:spPr>
          <a:xfrm>
            <a:off x="8800100" y="4904374"/>
            <a:ext cx="216300" cy="129900"/>
          </a:xfrm>
          <a:prstGeom prst="rect">
            <a:avLst/>
          </a:prstGeom>
          <a:noFill/>
          <a:ln>
            <a:noFill/>
          </a:ln>
        </p:spPr>
        <p:txBody>
          <a:bodyPr spcFirstLastPara="1" wrap="square" lIns="33825" tIns="33825" rIns="33825" bIns="33825" anchor="ctr" anchorCtr="0">
            <a:spAutoFit/>
          </a:bodyPr>
          <a:lstStyle>
            <a:lvl1pPr marL="0" lvl="0" indent="0" algn="r">
              <a:spcBef>
                <a:spcPts val="0"/>
              </a:spcBef>
              <a:buNone/>
              <a:defRPr>
                <a:solidFill>
                  <a:srgbClr val="1B1B1B"/>
                </a:solidFill>
              </a:defRPr>
            </a:lvl1pPr>
            <a:lvl2pPr marL="0" lvl="1" indent="0" algn="r">
              <a:spcBef>
                <a:spcPts val="0"/>
              </a:spcBef>
              <a:buNone/>
              <a:defRPr>
                <a:solidFill>
                  <a:srgbClr val="1B1B1B"/>
                </a:solidFill>
              </a:defRPr>
            </a:lvl2pPr>
            <a:lvl3pPr marL="0" lvl="2" indent="0" algn="r">
              <a:spcBef>
                <a:spcPts val="0"/>
              </a:spcBef>
              <a:buNone/>
              <a:defRPr>
                <a:solidFill>
                  <a:srgbClr val="1B1B1B"/>
                </a:solidFill>
              </a:defRPr>
            </a:lvl3pPr>
            <a:lvl4pPr marL="0" lvl="3" indent="0" algn="r">
              <a:spcBef>
                <a:spcPts val="0"/>
              </a:spcBef>
              <a:buNone/>
              <a:defRPr>
                <a:solidFill>
                  <a:srgbClr val="1B1B1B"/>
                </a:solidFill>
              </a:defRPr>
            </a:lvl4pPr>
            <a:lvl5pPr marL="0" lvl="4" indent="0" algn="r">
              <a:spcBef>
                <a:spcPts val="0"/>
              </a:spcBef>
              <a:buNone/>
              <a:defRPr>
                <a:solidFill>
                  <a:srgbClr val="1B1B1B"/>
                </a:solidFill>
              </a:defRPr>
            </a:lvl5pPr>
            <a:lvl6pPr marL="0" lvl="5" indent="0" algn="r">
              <a:spcBef>
                <a:spcPts val="0"/>
              </a:spcBef>
              <a:buNone/>
              <a:defRPr>
                <a:solidFill>
                  <a:srgbClr val="1B1B1B"/>
                </a:solidFill>
              </a:defRPr>
            </a:lvl6pPr>
            <a:lvl7pPr marL="0" lvl="6" indent="0" algn="r">
              <a:spcBef>
                <a:spcPts val="0"/>
              </a:spcBef>
              <a:buNone/>
              <a:defRPr>
                <a:solidFill>
                  <a:srgbClr val="1B1B1B"/>
                </a:solidFill>
              </a:defRPr>
            </a:lvl7pPr>
            <a:lvl8pPr marL="0" lvl="7" indent="0" algn="r">
              <a:spcBef>
                <a:spcPts val="0"/>
              </a:spcBef>
              <a:buNone/>
              <a:defRPr>
                <a:solidFill>
                  <a:srgbClr val="1B1B1B"/>
                </a:solidFill>
              </a:defRPr>
            </a:lvl8pPr>
            <a:lvl9pPr marL="0" lvl="8" indent="0" algn="r">
              <a:spcBef>
                <a:spcPts val="0"/>
              </a:spcBef>
              <a:buNone/>
              <a:defRPr>
                <a:solidFill>
                  <a:srgbClr val="1B1B1B"/>
                </a:solidFill>
              </a:defRPr>
            </a:lvl9pPr>
          </a:lstStyle>
          <a:p>
            <a:pPr marL="0" lvl="0" indent="0" algn="r" rtl="0">
              <a:spcBef>
                <a:spcPts val="0"/>
              </a:spcBef>
              <a:spcAft>
                <a:spcPts val="0"/>
              </a:spcAft>
              <a:buNone/>
            </a:pPr>
            <a:fld id="{00000000-1234-1234-1234-123412341234}" type="slidenum">
              <a:rPr lang="en"/>
              <a:t>‹#›</a:t>
            </a:fld>
            <a:endParaRPr sz="400" b="1" i="0" u="none" strike="noStrike" cap="none">
              <a:latin typeface="Montserrat"/>
              <a:ea typeface="Montserrat"/>
              <a:cs typeface="Montserrat"/>
              <a:sym typeface="Montserrat"/>
            </a:endParaRPr>
          </a:p>
        </p:txBody>
      </p:sp>
      <p:sp>
        <p:nvSpPr>
          <p:cNvPr id="370" name="Google Shape;370;p46"/>
          <p:cNvSpPr txBox="1"/>
          <p:nvPr/>
        </p:nvSpPr>
        <p:spPr>
          <a:xfrm>
            <a:off x="120565" y="121928"/>
            <a:ext cx="1226700" cy="128400"/>
          </a:xfrm>
          <a:prstGeom prst="rect">
            <a:avLst/>
          </a:prstGeom>
          <a:noFill/>
          <a:ln>
            <a:noFill/>
          </a:ln>
        </p:spPr>
        <p:txBody>
          <a:bodyPr spcFirstLastPara="1" wrap="square" lIns="33150" tIns="33150" rIns="33150" bIns="33150" anchor="t" anchorCtr="0">
            <a:spAutoFit/>
          </a:bodyPr>
          <a:lstStyle/>
          <a:p>
            <a:pPr marL="0" marR="0" lvl="0" indent="0" algn="l" rtl="0">
              <a:spcBef>
                <a:spcPts val="0"/>
              </a:spcBef>
              <a:spcAft>
                <a:spcPts val="0"/>
              </a:spcAft>
              <a:buNone/>
            </a:pPr>
            <a:r>
              <a:rPr lang="en" sz="400" b="0" i="0" u="none" strike="noStrike" cap="none">
                <a:solidFill>
                  <a:srgbClr val="D97756"/>
                </a:solidFill>
                <a:latin typeface="Montserrat Medium"/>
                <a:ea typeface="Montserrat Medium"/>
                <a:cs typeface="Montserrat Medium"/>
                <a:sym typeface="Montserrat Medium"/>
              </a:rPr>
              <a:t>WASSERMAN</a:t>
            </a:r>
            <a:r>
              <a:rPr lang="en" sz="400" b="0" i="0" u="none" strike="noStrike" cap="none">
                <a:solidFill>
                  <a:srgbClr val="FF4913"/>
                </a:solidFill>
                <a:latin typeface="Montserrat Medium"/>
                <a:ea typeface="Montserrat Medium"/>
                <a:cs typeface="Montserrat Medium"/>
                <a:sym typeface="Montserrat Medium"/>
              </a:rPr>
              <a:t> </a:t>
            </a:r>
            <a:r>
              <a:rPr lang="en" sz="400" b="1" i="1" u="none" strike="noStrike" cap="none">
                <a:solidFill>
                  <a:srgbClr val="1B1B1B"/>
                </a:solidFill>
                <a:latin typeface="Times"/>
                <a:ea typeface="Times"/>
                <a:cs typeface="Times"/>
                <a:sym typeface="Times"/>
              </a:rPr>
              <a:t>- A CONNECTIONS COMPANY </a:t>
            </a:r>
            <a:endParaRPr sz="110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Wass Blank Light">
  <p:cSld name="Wass Blank Light">
    <p:bg>
      <p:bgPr>
        <a:solidFill>
          <a:srgbClr val="FFFDF8"/>
        </a:solidFill>
        <a:effectLst/>
      </p:bgPr>
    </p:bg>
    <p:spTree>
      <p:nvGrpSpPr>
        <p:cNvPr id="1" name="Shape 371"/>
        <p:cNvGrpSpPr/>
        <p:nvPr/>
      </p:nvGrpSpPr>
      <p:grpSpPr>
        <a:xfrm>
          <a:off x="0" y="0"/>
          <a:ext cx="0" cy="0"/>
          <a:chOff x="0" y="0"/>
          <a:chExt cx="0" cy="0"/>
        </a:xfrm>
      </p:grpSpPr>
      <p:sp>
        <p:nvSpPr>
          <p:cNvPr id="372" name="Google Shape;372;p47"/>
          <p:cNvSpPr/>
          <p:nvPr/>
        </p:nvSpPr>
        <p:spPr>
          <a:xfrm>
            <a:off x="0" y="0"/>
            <a:ext cx="9144000" cy="5143500"/>
          </a:xfrm>
          <a:prstGeom prst="rect">
            <a:avLst/>
          </a:prstGeom>
          <a:solidFill>
            <a:srgbClr val="F1EFEA"/>
          </a:solidFill>
          <a:ln>
            <a:noFill/>
          </a:ln>
        </p:spPr>
        <p:txBody>
          <a:bodyPr spcFirstLastPara="1" wrap="square" lIns="68650" tIns="34325" rIns="68650" bIns="3432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3" name="Google Shape;373;p47"/>
          <p:cNvSpPr txBox="1">
            <a:spLocks noGrp="1"/>
          </p:cNvSpPr>
          <p:nvPr>
            <p:ph type="sldNum" idx="12"/>
          </p:nvPr>
        </p:nvSpPr>
        <p:spPr>
          <a:xfrm>
            <a:off x="8800100" y="4904374"/>
            <a:ext cx="216300" cy="129900"/>
          </a:xfrm>
          <a:prstGeom prst="rect">
            <a:avLst/>
          </a:prstGeom>
          <a:noFill/>
          <a:ln>
            <a:noFill/>
          </a:ln>
        </p:spPr>
        <p:txBody>
          <a:bodyPr spcFirstLastPara="1" wrap="square" lIns="33825" tIns="33825" rIns="33825" bIns="33825" anchor="ctr" anchorCtr="0">
            <a:spAutoFit/>
          </a:bodyPr>
          <a:lstStyle>
            <a:lvl1pPr marL="0" lvl="0" indent="0" algn="r">
              <a:spcBef>
                <a:spcPts val="0"/>
              </a:spcBef>
              <a:buNone/>
              <a:defRPr>
                <a:solidFill>
                  <a:srgbClr val="1B1B1B"/>
                </a:solidFill>
              </a:defRPr>
            </a:lvl1pPr>
            <a:lvl2pPr marL="0" lvl="1" indent="0" algn="r">
              <a:spcBef>
                <a:spcPts val="0"/>
              </a:spcBef>
              <a:buNone/>
              <a:defRPr>
                <a:solidFill>
                  <a:srgbClr val="1B1B1B"/>
                </a:solidFill>
              </a:defRPr>
            </a:lvl2pPr>
            <a:lvl3pPr marL="0" lvl="2" indent="0" algn="r">
              <a:spcBef>
                <a:spcPts val="0"/>
              </a:spcBef>
              <a:buNone/>
              <a:defRPr>
                <a:solidFill>
                  <a:srgbClr val="1B1B1B"/>
                </a:solidFill>
              </a:defRPr>
            </a:lvl3pPr>
            <a:lvl4pPr marL="0" lvl="3" indent="0" algn="r">
              <a:spcBef>
                <a:spcPts val="0"/>
              </a:spcBef>
              <a:buNone/>
              <a:defRPr>
                <a:solidFill>
                  <a:srgbClr val="1B1B1B"/>
                </a:solidFill>
              </a:defRPr>
            </a:lvl4pPr>
            <a:lvl5pPr marL="0" lvl="4" indent="0" algn="r">
              <a:spcBef>
                <a:spcPts val="0"/>
              </a:spcBef>
              <a:buNone/>
              <a:defRPr>
                <a:solidFill>
                  <a:srgbClr val="1B1B1B"/>
                </a:solidFill>
              </a:defRPr>
            </a:lvl5pPr>
            <a:lvl6pPr marL="0" lvl="5" indent="0" algn="r">
              <a:spcBef>
                <a:spcPts val="0"/>
              </a:spcBef>
              <a:buNone/>
              <a:defRPr>
                <a:solidFill>
                  <a:srgbClr val="1B1B1B"/>
                </a:solidFill>
              </a:defRPr>
            </a:lvl6pPr>
            <a:lvl7pPr marL="0" lvl="6" indent="0" algn="r">
              <a:spcBef>
                <a:spcPts val="0"/>
              </a:spcBef>
              <a:buNone/>
              <a:defRPr>
                <a:solidFill>
                  <a:srgbClr val="1B1B1B"/>
                </a:solidFill>
              </a:defRPr>
            </a:lvl7pPr>
            <a:lvl8pPr marL="0" lvl="7" indent="0" algn="r">
              <a:spcBef>
                <a:spcPts val="0"/>
              </a:spcBef>
              <a:buNone/>
              <a:defRPr>
                <a:solidFill>
                  <a:srgbClr val="1B1B1B"/>
                </a:solidFill>
              </a:defRPr>
            </a:lvl8pPr>
            <a:lvl9pPr marL="0" lvl="8" indent="0" algn="r">
              <a:spcBef>
                <a:spcPts val="0"/>
              </a:spcBef>
              <a:buNone/>
              <a:defRPr>
                <a:solidFill>
                  <a:srgbClr val="1B1B1B"/>
                </a:solidFill>
              </a:defRPr>
            </a:lvl9pPr>
          </a:lstStyle>
          <a:p>
            <a:pPr marL="0" lvl="0" indent="0" algn="r" rtl="0">
              <a:spcBef>
                <a:spcPts val="0"/>
              </a:spcBef>
              <a:spcAft>
                <a:spcPts val="0"/>
              </a:spcAft>
              <a:buNone/>
            </a:pPr>
            <a:fld id="{00000000-1234-1234-1234-123412341234}" type="slidenum">
              <a:rPr lang="en"/>
              <a:t>‹#›</a:t>
            </a:fld>
            <a:endParaRPr sz="400" b="1" i="0" u="none" strike="noStrike" cap="none">
              <a:latin typeface="Montserrat"/>
              <a:ea typeface="Montserrat"/>
              <a:cs typeface="Montserrat"/>
              <a:sym typeface="Montserrat"/>
            </a:endParaRPr>
          </a:p>
        </p:txBody>
      </p:sp>
      <p:sp>
        <p:nvSpPr>
          <p:cNvPr id="374" name="Google Shape;374;p47"/>
          <p:cNvSpPr txBox="1"/>
          <p:nvPr/>
        </p:nvSpPr>
        <p:spPr>
          <a:xfrm>
            <a:off x="120565" y="121928"/>
            <a:ext cx="1226700" cy="128400"/>
          </a:xfrm>
          <a:prstGeom prst="rect">
            <a:avLst/>
          </a:prstGeom>
          <a:noFill/>
          <a:ln>
            <a:noFill/>
          </a:ln>
        </p:spPr>
        <p:txBody>
          <a:bodyPr spcFirstLastPara="1" wrap="square" lIns="33150" tIns="33150" rIns="33150" bIns="33150" anchor="t" anchorCtr="0">
            <a:spAutoFit/>
          </a:bodyPr>
          <a:lstStyle/>
          <a:p>
            <a:pPr marL="0" marR="0" lvl="0" indent="0" algn="l" rtl="0">
              <a:spcBef>
                <a:spcPts val="0"/>
              </a:spcBef>
              <a:spcAft>
                <a:spcPts val="0"/>
              </a:spcAft>
              <a:buNone/>
            </a:pPr>
            <a:r>
              <a:rPr lang="en" sz="400" b="0" i="0" u="none" strike="noStrike" cap="none">
                <a:solidFill>
                  <a:srgbClr val="D97756"/>
                </a:solidFill>
                <a:latin typeface="Montserrat Medium"/>
                <a:ea typeface="Montserrat Medium"/>
                <a:cs typeface="Montserrat Medium"/>
                <a:sym typeface="Montserrat Medium"/>
              </a:rPr>
              <a:t>WASSERMAN</a:t>
            </a:r>
            <a:r>
              <a:rPr lang="en" sz="400" b="0" i="0" u="none" strike="noStrike" cap="none">
                <a:solidFill>
                  <a:srgbClr val="FF4913"/>
                </a:solidFill>
                <a:latin typeface="Montserrat Medium"/>
                <a:ea typeface="Montserrat Medium"/>
                <a:cs typeface="Montserrat Medium"/>
                <a:sym typeface="Montserrat Medium"/>
              </a:rPr>
              <a:t> </a:t>
            </a:r>
            <a:r>
              <a:rPr lang="en" sz="400" b="1" i="1" u="none" strike="noStrike" cap="none">
                <a:solidFill>
                  <a:srgbClr val="1B1B1B"/>
                </a:solidFill>
                <a:latin typeface="Times"/>
                <a:ea typeface="Times"/>
                <a:cs typeface="Times"/>
                <a:sym typeface="Times"/>
              </a:rPr>
              <a:t>- A CONNECTIONS COMPANY </a:t>
            </a:r>
            <a:endParaRPr sz="110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75"/>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hart Slide">
  <p:cSld name="Chart Slide">
    <p:spTree>
      <p:nvGrpSpPr>
        <p:cNvPr id="1" name="Shape 376"/>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Case Study 4">
  <p:cSld name="Case Study 4">
    <p:bg>
      <p:bgPr>
        <a:solidFill>
          <a:srgbClr val="FFFDF8"/>
        </a:solidFill>
        <a:effectLst/>
      </p:bgPr>
    </p:bg>
    <p:spTree>
      <p:nvGrpSpPr>
        <p:cNvPr id="1" name="Shape 377"/>
        <p:cNvGrpSpPr/>
        <p:nvPr/>
      </p:nvGrpSpPr>
      <p:grpSpPr>
        <a:xfrm>
          <a:off x="0" y="0"/>
          <a:ext cx="0" cy="0"/>
          <a:chOff x="0" y="0"/>
          <a:chExt cx="0" cy="0"/>
        </a:xfrm>
      </p:grpSpPr>
      <p:sp>
        <p:nvSpPr>
          <p:cNvPr id="378" name="Google Shape;378;p50"/>
          <p:cNvSpPr/>
          <p:nvPr/>
        </p:nvSpPr>
        <p:spPr>
          <a:xfrm>
            <a:off x="0" y="0"/>
            <a:ext cx="9144000" cy="5143500"/>
          </a:xfrm>
          <a:prstGeom prst="rect">
            <a:avLst/>
          </a:prstGeom>
          <a:solidFill>
            <a:srgbClr val="F1EFEA"/>
          </a:solidFill>
          <a:ln>
            <a:noFill/>
          </a:ln>
        </p:spPr>
        <p:txBody>
          <a:bodyPr spcFirstLastPara="1" wrap="square" lIns="68650" tIns="34325" rIns="68650" bIns="3432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79" name="Google Shape;379;p50"/>
          <p:cNvSpPr>
            <a:spLocks noGrp="1"/>
          </p:cNvSpPr>
          <p:nvPr>
            <p:ph type="pic" idx="2"/>
          </p:nvPr>
        </p:nvSpPr>
        <p:spPr>
          <a:xfrm>
            <a:off x="6165875" y="-398280"/>
            <a:ext cx="3381900" cy="3055800"/>
          </a:xfrm>
          <a:prstGeom prst="rect">
            <a:avLst/>
          </a:prstGeom>
          <a:noFill/>
          <a:ln>
            <a:noFill/>
          </a:ln>
        </p:spPr>
      </p:sp>
      <p:sp>
        <p:nvSpPr>
          <p:cNvPr id="380" name="Google Shape;380;p50"/>
          <p:cNvSpPr>
            <a:spLocks noGrp="1"/>
          </p:cNvSpPr>
          <p:nvPr>
            <p:ph type="pic" idx="3"/>
          </p:nvPr>
        </p:nvSpPr>
        <p:spPr>
          <a:xfrm>
            <a:off x="4190117" y="-442473"/>
            <a:ext cx="3403800" cy="3144900"/>
          </a:xfrm>
          <a:prstGeom prst="rect">
            <a:avLst/>
          </a:prstGeom>
          <a:noFill/>
          <a:ln>
            <a:noFill/>
          </a:ln>
        </p:spPr>
      </p:sp>
      <p:sp>
        <p:nvSpPr>
          <p:cNvPr id="381" name="Google Shape;381;p50"/>
          <p:cNvSpPr>
            <a:spLocks noGrp="1"/>
          </p:cNvSpPr>
          <p:nvPr>
            <p:ph type="pic" idx="4"/>
          </p:nvPr>
        </p:nvSpPr>
        <p:spPr>
          <a:xfrm>
            <a:off x="4007615" y="1957403"/>
            <a:ext cx="4004400" cy="3618300"/>
          </a:xfrm>
          <a:prstGeom prst="rect">
            <a:avLst/>
          </a:prstGeom>
          <a:noFill/>
          <a:ln>
            <a:noFill/>
          </a:ln>
        </p:spPr>
      </p:sp>
      <p:sp>
        <p:nvSpPr>
          <p:cNvPr id="382" name="Google Shape;382;p50"/>
          <p:cNvSpPr>
            <a:spLocks noGrp="1"/>
          </p:cNvSpPr>
          <p:nvPr>
            <p:ph type="pic" idx="5"/>
          </p:nvPr>
        </p:nvSpPr>
        <p:spPr>
          <a:xfrm>
            <a:off x="6414787" y="2306516"/>
            <a:ext cx="3616200" cy="3341400"/>
          </a:xfrm>
          <a:prstGeom prst="rect">
            <a:avLst/>
          </a:prstGeom>
          <a:noFill/>
          <a:ln>
            <a:noFill/>
          </a:ln>
        </p:spPr>
      </p:sp>
      <p:sp>
        <p:nvSpPr>
          <p:cNvPr id="383" name="Google Shape;383;p50"/>
          <p:cNvSpPr txBox="1">
            <a:spLocks noGrp="1"/>
          </p:cNvSpPr>
          <p:nvPr>
            <p:ph type="body" idx="1"/>
          </p:nvPr>
        </p:nvSpPr>
        <p:spPr>
          <a:xfrm>
            <a:off x="563583" y="1865362"/>
            <a:ext cx="3282900" cy="1983000"/>
          </a:xfrm>
          <a:prstGeom prst="rect">
            <a:avLst/>
          </a:prstGeom>
          <a:noFill/>
          <a:ln>
            <a:noFill/>
          </a:ln>
        </p:spPr>
        <p:txBody>
          <a:bodyPr spcFirstLastPara="1" wrap="square" lIns="17125" tIns="17125" rIns="17125" bIns="17125" anchor="t" anchorCtr="0">
            <a:noAutofit/>
          </a:bodyPr>
          <a:lstStyle>
            <a:lvl1pPr marL="457200" lvl="0" indent="-228600" algn="l">
              <a:lnSpc>
                <a:spcPct val="110000"/>
              </a:lnSpc>
              <a:spcBef>
                <a:spcPts val="0"/>
              </a:spcBef>
              <a:spcAft>
                <a:spcPts val="0"/>
              </a:spcAft>
              <a:buClr>
                <a:srgbClr val="000000"/>
              </a:buClr>
              <a:buSzPts val="800"/>
              <a:buFont typeface="Montserrat"/>
              <a:buNone/>
              <a:defRPr sz="800" i="1"/>
            </a:lvl1pPr>
            <a:lvl2pPr marL="914400" lvl="1" indent="-228600" algn="l">
              <a:lnSpc>
                <a:spcPct val="80000"/>
              </a:lnSpc>
              <a:spcBef>
                <a:spcPts val="700"/>
              </a:spcBef>
              <a:spcAft>
                <a:spcPts val="0"/>
              </a:spcAft>
              <a:buClr>
                <a:srgbClr val="000000"/>
              </a:buClr>
              <a:buSzPts val="1400"/>
              <a:buNone/>
              <a:defRPr/>
            </a:lvl2pPr>
            <a:lvl3pPr marL="1371600" lvl="2" indent="-228600" algn="l">
              <a:lnSpc>
                <a:spcPct val="80000"/>
              </a:lnSpc>
              <a:spcBef>
                <a:spcPts val="700"/>
              </a:spcBef>
              <a:spcAft>
                <a:spcPts val="0"/>
              </a:spcAft>
              <a:buClr>
                <a:srgbClr val="000000"/>
              </a:buClr>
              <a:buSzPts val="1400"/>
              <a:buNone/>
              <a:defRPr/>
            </a:lvl3pPr>
            <a:lvl4pPr marL="1828800" lvl="3" indent="-228600" algn="l">
              <a:lnSpc>
                <a:spcPct val="80000"/>
              </a:lnSpc>
              <a:spcBef>
                <a:spcPts val="700"/>
              </a:spcBef>
              <a:spcAft>
                <a:spcPts val="0"/>
              </a:spcAft>
              <a:buClr>
                <a:srgbClr val="000000"/>
              </a:buClr>
              <a:buSzPts val="1400"/>
              <a:buNone/>
              <a:defRPr/>
            </a:lvl4pPr>
            <a:lvl5pPr marL="2286000" lvl="4" indent="-228600" algn="l">
              <a:lnSpc>
                <a:spcPct val="80000"/>
              </a:lnSpc>
              <a:spcBef>
                <a:spcPts val="700"/>
              </a:spcBef>
              <a:spcAft>
                <a:spcPts val="0"/>
              </a:spcAft>
              <a:buClr>
                <a:srgbClr val="000000"/>
              </a:buClr>
              <a:buSzPts val="1400"/>
              <a:buNone/>
              <a:defRPr/>
            </a:lvl5pPr>
            <a:lvl6pPr marL="2743200" lvl="5" indent="-317500" algn="l">
              <a:lnSpc>
                <a:spcPct val="80000"/>
              </a:lnSpc>
              <a:spcBef>
                <a:spcPts val="700"/>
              </a:spcBef>
              <a:spcAft>
                <a:spcPts val="0"/>
              </a:spcAft>
              <a:buClr>
                <a:srgbClr val="000000"/>
              </a:buClr>
              <a:buSzPts val="1400"/>
              <a:buChar char="•"/>
              <a:defRPr/>
            </a:lvl6pPr>
            <a:lvl7pPr marL="3200400" lvl="6" indent="-317500" algn="l">
              <a:lnSpc>
                <a:spcPct val="80000"/>
              </a:lnSpc>
              <a:spcBef>
                <a:spcPts val="700"/>
              </a:spcBef>
              <a:spcAft>
                <a:spcPts val="0"/>
              </a:spcAft>
              <a:buClr>
                <a:srgbClr val="000000"/>
              </a:buClr>
              <a:buSzPts val="1400"/>
              <a:buChar char="•"/>
              <a:defRPr/>
            </a:lvl7pPr>
            <a:lvl8pPr marL="3657600" lvl="7" indent="-317500" algn="l">
              <a:lnSpc>
                <a:spcPct val="80000"/>
              </a:lnSpc>
              <a:spcBef>
                <a:spcPts val="700"/>
              </a:spcBef>
              <a:spcAft>
                <a:spcPts val="0"/>
              </a:spcAft>
              <a:buClr>
                <a:srgbClr val="000000"/>
              </a:buClr>
              <a:buSzPts val="1400"/>
              <a:buChar char="•"/>
              <a:defRPr/>
            </a:lvl8pPr>
            <a:lvl9pPr marL="4114800" lvl="8" indent="-317500" algn="l">
              <a:lnSpc>
                <a:spcPct val="80000"/>
              </a:lnSpc>
              <a:spcBef>
                <a:spcPts val="700"/>
              </a:spcBef>
              <a:spcAft>
                <a:spcPts val="0"/>
              </a:spcAft>
              <a:buClr>
                <a:srgbClr val="000000"/>
              </a:buClr>
              <a:buSzPts val="1400"/>
              <a:buChar char="•"/>
              <a:defRPr/>
            </a:lvl9pPr>
          </a:lstStyle>
          <a:p>
            <a:endParaRPr/>
          </a:p>
        </p:txBody>
      </p:sp>
      <p:sp>
        <p:nvSpPr>
          <p:cNvPr id="384" name="Google Shape;384;p50"/>
          <p:cNvSpPr txBox="1">
            <a:spLocks noGrp="1"/>
          </p:cNvSpPr>
          <p:nvPr>
            <p:ph type="body" idx="6"/>
          </p:nvPr>
        </p:nvSpPr>
        <p:spPr>
          <a:xfrm>
            <a:off x="563583" y="1124380"/>
            <a:ext cx="1249200" cy="454200"/>
          </a:xfrm>
          <a:prstGeom prst="rect">
            <a:avLst/>
          </a:prstGeom>
          <a:noFill/>
          <a:ln>
            <a:noFill/>
          </a:ln>
        </p:spPr>
        <p:txBody>
          <a:bodyPr spcFirstLastPara="1" wrap="square" lIns="19025" tIns="19025" rIns="19025" bIns="19025" anchor="b" anchorCtr="0">
            <a:spAutoFit/>
          </a:bodyPr>
          <a:lstStyle>
            <a:lvl1pPr marL="457200" lvl="0" indent="-228600" algn="l">
              <a:lnSpc>
                <a:spcPct val="70000"/>
              </a:lnSpc>
              <a:spcBef>
                <a:spcPts val="0"/>
              </a:spcBef>
              <a:spcAft>
                <a:spcPts val="0"/>
              </a:spcAft>
              <a:buClr>
                <a:srgbClr val="000000"/>
              </a:buClr>
              <a:buSzPts val="3800"/>
              <a:buFont typeface="Times"/>
              <a:buNone/>
              <a:defRPr sz="3800" i="1">
                <a:latin typeface="Times"/>
                <a:ea typeface="Times"/>
                <a:cs typeface="Times"/>
                <a:sym typeface="Times"/>
              </a:defRPr>
            </a:lvl1pPr>
            <a:lvl2pPr marL="914400" lvl="1" indent="-228600" algn="l">
              <a:lnSpc>
                <a:spcPct val="80000"/>
              </a:lnSpc>
              <a:spcBef>
                <a:spcPts val="700"/>
              </a:spcBef>
              <a:spcAft>
                <a:spcPts val="0"/>
              </a:spcAft>
              <a:buClr>
                <a:srgbClr val="000000"/>
              </a:buClr>
              <a:buSzPts val="1400"/>
              <a:buNone/>
              <a:defRPr/>
            </a:lvl2pPr>
            <a:lvl3pPr marL="1371600" lvl="2" indent="-228600" algn="l">
              <a:lnSpc>
                <a:spcPct val="80000"/>
              </a:lnSpc>
              <a:spcBef>
                <a:spcPts val="700"/>
              </a:spcBef>
              <a:spcAft>
                <a:spcPts val="0"/>
              </a:spcAft>
              <a:buClr>
                <a:srgbClr val="000000"/>
              </a:buClr>
              <a:buSzPts val="1400"/>
              <a:buNone/>
              <a:defRPr/>
            </a:lvl3pPr>
            <a:lvl4pPr marL="1828800" lvl="3" indent="-228600" algn="l">
              <a:lnSpc>
                <a:spcPct val="80000"/>
              </a:lnSpc>
              <a:spcBef>
                <a:spcPts val="700"/>
              </a:spcBef>
              <a:spcAft>
                <a:spcPts val="0"/>
              </a:spcAft>
              <a:buClr>
                <a:srgbClr val="000000"/>
              </a:buClr>
              <a:buSzPts val="1400"/>
              <a:buNone/>
              <a:defRPr/>
            </a:lvl4pPr>
            <a:lvl5pPr marL="2286000" lvl="4" indent="-228600" algn="l">
              <a:lnSpc>
                <a:spcPct val="80000"/>
              </a:lnSpc>
              <a:spcBef>
                <a:spcPts val="700"/>
              </a:spcBef>
              <a:spcAft>
                <a:spcPts val="0"/>
              </a:spcAft>
              <a:buClr>
                <a:srgbClr val="000000"/>
              </a:buClr>
              <a:buSzPts val="1400"/>
              <a:buNone/>
              <a:defRPr/>
            </a:lvl5pPr>
            <a:lvl6pPr marL="2743200" lvl="5" indent="-317500" algn="l">
              <a:lnSpc>
                <a:spcPct val="80000"/>
              </a:lnSpc>
              <a:spcBef>
                <a:spcPts val="700"/>
              </a:spcBef>
              <a:spcAft>
                <a:spcPts val="0"/>
              </a:spcAft>
              <a:buClr>
                <a:srgbClr val="000000"/>
              </a:buClr>
              <a:buSzPts val="1400"/>
              <a:buChar char="•"/>
              <a:defRPr/>
            </a:lvl6pPr>
            <a:lvl7pPr marL="3200400" lvl="6" indent="-317500" algn="l">
              <a:lnSpc>
                <a:spcPct val="80000"/>
              </a:lnSpc>
              <a:spcBef>
                <a:spcPts val="700"/>
              </a:spcBef>
              <a:spcAft>
                <a:spcPts val="0"/>
              </a:spcAft>
              <a:buClr>
                <a:srgbClr val="000000"/>
              </a:buClr>
              <a:buSzPts val="1400"/>
              <a:buChar char="•"/>
              <a:defRPr/>
            </a:lvl7pPr>
            <a:lvl8pPr marL="3657600" lvl="7" indent="-317500" algn="l">
              <a:lnSpc>
                <a:spcPct val="80000"/>
              </a:lnSpc>
              <a:spcBef>
                <a:spcPts val="700"/>
              </a:spcBef>
              <a:spcAft>
                <a:spcPts val="0"/>
              </a:spcAft>
              <a:buClr>
                <a:srgbClr val="000000"/>
              </a:buClr>
              <a:buSzPts val="1400"/>
              <a:buChar char="•"/>
              <a:defRPr/>
            </a:lvl8pPr>
            <a:lvl9pPr marL="4114800" lvl="8" indent="-317500" algn="l">
              <a:lnSpc>
                <a:spcPct val="80000"/>
              </a:lnSpc>
              <a:spcBef>
                <a:spcPts val="700"/>
              </a:spcBef>
              <a:spcAft>
                <a:spcPts val="0"/>
              </a:spcAft>
              <a:buClr>
                <a:srgbClr val="000000"/>
              </a:buClr>
              <a:buSzPts val="1400"/>
              <a:buChar char="•"/>
              <a:defRPr/>
            </a:lvl9pPr>
          </a:lstStyle>
          <a:p>
            <a:endParaRPr/>
          </a:p>
        </p:txBody>
      </p:sp>
      <p:sp>
        <p:nvSpPr>
          <p:cNvPr id="385" name="Google Shape;385;p50"/>
          <p:cNvSpPr txBox="1">
            <a:spLocks noGrp="1"/>
          </p:cNvSpPr>
          <p:nvPr>
            <p:ph type="body" idx="7"/>
          </p:nvPr>
        </p:nvSpPr>
        <p:spPr>
          <a:xfrm>
            <a:off x="563583" y="1578461"/>
            <a:ext cx="3347400" cy="186000"/>
          </a:xfrm>
          <a:prstGeom prst="rect">
            <a:avLst/>
          </a:prstGeom>
          <a:noFill/>
          <a:ln>
            <a:noFill/>
          </a:ln>
        </p:spPr>
        <p:txBody>
          <a:bodyPr spcFirstLastPara="1" wrap="square" lIns="19025" tIns="19025" rIns="19025" bIns="19025" anchor="t" anchorCtr="0">
            <a:spAutoFit/>
          </a:bodyPr>
          <a:lstStyle>
            <a:lvl1pPr marL="457200" lvl="0" indent="-228600" algn="l">
              <a:lnSpc>
                <a:spcPct val="80000"/>
              </a:lnSpc>
              <a:spcBef>
                <a:spcPts val="700"/>
              </a:spcBef>
              <a:spcAft>
                <a:spcPts val="0"/>
              </a:spcAft>
              <a:buClr>
                <a:srgbClr val="D97756"/>
              </a:buClr>
              <a:buSzPts val="1200"/>
              <a:buFont typeface="Montserrat"/>
              <a:buNone/>
              <a:defRPr sz="1200" i="1" cap="none">
                <a:solidFill>
                  <a:srgbClr val="D97756"/>
                </a:solidFill>
              </a:defRPr>
            </a:lvl1pPr>
            <a:lvl2pPr marL="914400" lvl="1" indent="-228600" algn="l">
              <a:lnSpc>
                <a:spcPct val="80000"/>
              </a:lnSpc>
              <a:spcBef>
                <a:spcPts val="700"/>
              </a:spcBef>
              <a:spcAft>
                <a:spcPts val="0"/>
              </a:spcAft>
              <a:buClr>
                <a:srgbClr val="000000"/>
              </a:buClr>
              <a:buSzPts val="1400"/>
              <a:buNone/>
              <a:defRPr/>
            </a:lvl2pPr>
            <a:lvl3pPr marL="1371600" lvl="2" indent="-228600" algn="l">
              <a:lnSpc>
                <a:spcPct val="80000"/>
              </a:lnSpc>
              <a:spcBef>
                <a:spcPts val="700"/>
              </a:spcBef>
              <a:spcAft>
                <a:spcPts val="0"/>
              </a:spcAft>
              <a:buClr>
                <a:srgbClr val="000000"/>
              </a:buClr>
              <a:buSzPts val="1400"/>
              <a:buNone/>
              <a:defRPr/>
            </a:lvl3pPr>
            <a:lvl4pPr marL="1828800" lvl="3" indent="-228600" algn="l">
              <a:lnSpc>
                <a:spcPct val="80000"/>
              </a:lnSpc>
              <a:spcBef>
                <a:spcPts val="700"/>
              </a:spcBef>
              <a:spcAft>
                <a:spcPts val="0"/>
              </a:spcAft>
              <a:buClr>
                <a:srgbClr val="000000"/>
              </a:buClr>
              <a:buSzPts val="1400"/>
              <a:buNone/>
              <a:defRPr/>
            </a:lvl4pPr>
            <a:lvl5pPr marL="2286000" lvl="4" indent="-228600" algn="l">
              <a:lnSpc>
                <a:spcPct val="80000"/>
              </a:lnSpc>
              <a:spcBef>
                <a:spcPts val="700"/>
              </a:spcBef>
              <a:spcAft>
                <a:spcPts val="0"/>
              </a:spcAft>
              <a:buClr>
                <a:srgbClr val="000000"/>
              </a:buClr>
              <a:buSzPts val="1400"/>
              <a:buNone/>
              <a:defRPr/>
            </a:lvl5pPr>
            <a:lvl6pPr marL="2743200" lvl="5" indent="-317500" algn="l">
              <a:lnSpc>
                <a:spcPct val="80000"/>
              </a:lnSpc>
              <a:spcBef>
                <a:spcPts val="700"/>
              </a:spcBef>
              <a:spcAft>
                <a:spcPts val="0"/>
              </a:spcAft>
              <a:buClr>
                <a:srgbClr val="000000"/>
              </a:buClr>
              <a:buSzPts val="1400"/>
              <a:buChar char="•"/>
              <a:defRPr/>
            </a:lvl6pPr>
            <a:lvl7pPr marL="3200400" lvl="6" indent="-317500" algn="l">
              <a:lnSpc>
                <a:spcPct val="80000"/>
              </a:lnSpc>
              <a:spcBef>
                <a:spcPts val="700"/>
              </a:spcBef>
              <a:spcAft>
                <a:spcPts val="0"/>
              </a:spcAft>
              <a:buClr>
                <a:srgbClr val="000000"/>
              </a:buClr>
              <a:buSzPts val="1400"/>
              <a:buChar char="•"/>
              <a:defRPr/>
            </a:lvl7pPr>
            <a:lvl8pPr marL="3657600" lvl="7" indent="-317500" algn="l">
              <a:lnSpc>
                <a:spcPct val="80000"/>
              </a:lnSpc>
              <a:spcBef>
                <a:spcPts val="700"/>
              </a:spcBef>
              <a:spcAft>
                <a:spcPts val="0"/>
              </a:spcAft>
              <a:buClr>
                <a:srgbClr val="000000"/>
              </a:buClr>
              <a:buSzPts val="1400"/>
              <a:buChar char="•"/>
              <a:defRPr/>
            </a:lvl8pPr>
            <a:lvl9pPr marL="4114800" lvl="8" indent="-317500" algn="l">
              <a:lnSpc>
                <a:spcPct val="80000"/>
              </a:lnSpc>
              <a:spcBef>
                <a:spcPts val="700"/>
              </a:spcBef>
              <a:spcAft>
                <a:spcPts val="0"/>
              </a:spcAft>
              <a:buClr>
                <a:srgbClr val="000000"/>
              </a:buClr>
              <a:buSzPts val="1400"/>
              <a:buChar char="•"/>
              <a:defRPr/>
            </a:lvl9pPr>
          </a:lstStyle>
          <a:p>
            <a:endParaRPr/>
          </a:p>
        </p:txBody>
      </p:sp>
      <p:sp>
        <p:nvSpPr>
          <p:cNvPr id="386" name="Google Shape;386;p50"/>
          <p:cNvSpPr txBox="1"/>
          <p:nvPr/>
        </p:nvSpPr>
        <p:spPr>
          <a:xfrm>
            <a:off x="120565" y="121928"/>
            <a:ext cx="1226700" cy="128400"/>
          </a:xfrm>
          <a:prstGeom prst="rect">
            <a:avLst/>
          </a:prstGeom>
          <a:noFill/>
          <a:ln>
            <a:noFill/>
          </a:ln>
        </p:spPr>
        <p:txBody>
          <a:bodyPr spcFirstLastPara="1" wrap="square" lIns="33150" tIns="33150" rIns="33150" bIns="33150" anchor="t" anchorCtr="0">
            <a:spAutoFit/>
          </a:bodyPr>
          <a:lstStyle/>
          <a:p>
            <a:pPr marL="0" marR="0" lvl="0" indent="0" algn="l" rtl="0">
              <a:spcBef>
                <a:spcPts val="0"/>
              </a:spcBef>
              <a:spcAft>
                <a:spcPts val="0"/>
              </a:spcAft>
              <a:buNone/>
            </a:pPr>
            <a:r>
              <a:rPr lang="en" sz="400" cap="none">
                <a:solidFill>
                  <a:srgbClr val="D97756"/>
                </a:solidFill>
                <a:latin typeface="Montserrat Medium"/>
                <a:ea typeface="Montserrat Medium"/>
                <a:cs typeface="Montserrat Medium"/>
                <a:sym typeface="Montserrat Medium"/>
              </a:rPr>
              <a:t>WASSERMAN</a:t>
            </a:r>
            <a:r>
              <a:rPr lang="en" sz="400" cap="none">
                <a:solidFill>
                  <a:srgbClr val="FF4913"/>
                </a:solidFill>
                <a:latin typeface="Montserrat Medium"/>
                <a:ea typeface="Montserrat Medium"/>
                <a:cs typeface="Montserrat Medium"/>
                <a:sym typeface="Montserrat Medium"/>
              </a:rPr>
              <a:t> </a:t>
            </a:r>
            <a:r>
              <a:rPr lang="en" sz="400" b="1" i="1" cap="none">
                <a:solidFill>
                  <a:srgbClr val="1B1B1B"/>
                </a:solidFill>
                <a:latin typeface="Times"/>
                <a:ea typeface="Times"/>
                <a:cs typeface="Times"/>
                <a:sym typeface="Times"/>
              </a:rPr>
              <a:t>- A CONNECTIONS COMPANY </a:t>
            </a:r>
            <a:endParaRPr sz="1100"/>
          </a:p>
        </p:txBody>
      </p:sp>
      <p:sp>
        <p:nvSpPr>
          <p:cNvPr id="387" name="Google Shape;387;p50"/>
          <p:cNvSpPr txBox="1">
            <a:spLocks noGrp="1"/>
          </p:cNvSpPr>
          <p:nvPr>
            <p:ph type="sldNum" idx="12"/>
          </p:nvPr>
        </p:nvSpPr>
        <p:spPr>
          <a:xfrm>
            <a:off x="8800100" y="4904374"/>
            <a:ext cx="216300" cy="129900"/>
          </a:xfrm>
          <a:prstGeom prst="rect">
            <a:avLst/>
          </a:prstGeom>
          <a:noFill/>
          <a:ln>
            <a:noFill/>
          </a:ln>
        </p:spPr>
        <p:txBody>
          <a:bodyPr spcFirstLastPara="1" wrap="square" lIns="33825" tIns="33825" rIns="33825" bIns="33825" anchor="ctr" anchorCtr="0">
            <a:spAutoFit/>
          </a:bodyPr>
          <a:lstStyle>
            <a:lvl1pPr marL="0" lvl="0" indent="0" algn="r">
              <a:spcBef>
                <a:spcPts val="0"/>
              </a:spcBef>
              <a:buNone/>
              <a:defRPr>
                <a:solidFill>
                  <a:srgbClr val="1B1B1B"/>
                </a:solidFill>
              </a:defRPr>
            </a:lvl1pPr>
            <a:lvl2pPr marL="0" lvl="1" indent="0" algn="r">
              <a:spcBef>
                <a:spcPts val="0"/>
              </a:spcBef>
              <a:buNone/>
              <a:defRPr>
                <a:solidFill>
                  <a:srgbClr val="1B1B1B"/>
                </a:solidFill>
              </a:defRPr>
            </a:lvl2pPr>
            <a:lvl3pPr marL="0" lvl="2" indent="0" algn="r">
              <a:spcBef>
                <a:spcPts val="0"/>
              </a:spcBef>
              <a:buNone/>
              <a:defRPr>
                <a:solidFill>
                  <a:srgbClr val="1B1B1B"/>
                </a:solidFill>
              </a:defRPr>
            </a:lvl3pPr>
            <a:lvl4pPr marL="0" lvl="3" indent="0" algn="r">
              <a:spcBef>
                <a:spcPts val="0"/>
              </a:spcBef>
              <a:buNone/>
              <a:defRPr>
                <a:solidFill>
                  <a:srgbClr val="1B1B1B"/>
                </a:solidFill>
              </a:defRPr>
            </a:lvl4pPr>
            <a:lvl5pPr marL="0" lvl="4" indent="0" algn="r">
              <a:spcBef>
                <a:spcPts val="0"/>
              </a:spcBef>
              <a:buNone/>
              <a:defRPr>
                <a:solidFill>
                  <a:srgbClr val="1B1B1B"/>
                </a:solidFill>
              </a:defRPr>
            </a:lvl5pPr>
            <a:lvl6pPr marL="0" lvl="5" indent="0" algn="r">
              <a:spcBef>
                <a:spcPts val="0"/>
              </a:spcBef>
              <a:buNone/>
              <a:defRPr>
                <a:solidFill>
                  <a:srgbClr val="1B1B1B"/>
                </a:solidFill>
              </a:defRPr>
            </a:lvl6pPr>
            <a:lvl7pPr marL="0" lvl="6" indent="0" algn="r">
              <a:spcBef>
                <a:spcPts val="0"/>
              </a:spcBef>
              <a:buNone/>
              <a:defRPr>
                <a:solidFill>
                  <a:srgbClr val="1B1B1B"/>
                </a:solidFill>
              </a:defRPr>
            </a:lvl7pPr>
            <a:lvl8pPr marL="0" lvl="7" indent="0" algn="r">
              <a:spcBef>
                <a:spcPts val="0"/>
              </a:spcBef>
              <a:buNone/>
              <a:defRPr>
                <a:solidFill>
                  <a:srgbClr val="1B1B1B"/>
                </a:solidFill>
              </a:defRPr>
            </a:lvl8pPr>
            <a:lvl9pPr marL="0" lvl="8" indent="0" algn="r">
              <a:spcBef>
                <a:spcPts val="0"/>
              </a:spcBef>
              <a:buNone/>
              <a:defRPr>
                <a:solidFill>
                  <a:srgbClr val="1B1B1B"/>
                </a:solidFill>
              </a:defRPr>
            </a:lvl9pPr>
          </a:lstStyle>
          <a:p>
            <a:pPr marL="0" lvl="0" indent="0" algn="r" rtl="0">
              <a:spcBef>
                <a:spcPts val="0"/>
              </a:spcBef>
              <a:spcAft>
                <a:spcPts val="0"/>
              </a:spcAft>
              <a:buNone/>
            </a:pPr>
            <a:fld id="{00000000-1234-1234-1234-123412341234}" type="slidenum">
              <a:rPr lang="en"/>
              <a:t>‹#›</a:t>
            </a:fld>
            <a:endParaRPr sz="400" b="1">
              <a:latin typeface="Montserrat"/>
              <a:ea typeface="Montserrat"/>
              <a:cs typeface="Montserrat"/>
              <a:sym typeface="Montserrat"/>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theme" Target="../theme/theme2.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455766" y="4701868"/>
            <a:ext cx="824336" cy="90686"/>
            <a:chOff x="238125" y="2427150"/>
            <a:chExt cx="7112475" cy="782450"/>
          </a:xfrm>
        </p:grpSpPr>
        <p:sp>
          <p:nvSpPr>
            <p:cNvPr id="7" name="Google Shape;7;p1"/>
            <p:cNvSpPr/>
            <p:nvPr/>
          </p:nvSpPr>
          <p:spPr>
            <a:xfrm>
              <a:off x="1977750" y="2440175"/>
              <a:ext cx="685975" cy="756375"/>
            </a:xfrm>
            <a:custGeom>
              <a:avLst/>
              <a:gdLst/>
              <a:ahLst/>
              <a:cxnLst/>
              <a:rect l="l" t="t" r="r" b="b"/>
              <a:pathLst>
                <a:path w="27439" h="30255" extrusionOk="0">
                  <a:moveTo>
                    <a:pt x="1" y="1"/>
                  </a:moveTo>
                  <a:lnTo>
                    <a:pt x="1" y="5843"/>
                  </a:lnTo>
                  <a:lnTo>
                    <a:pt x="10433" y="5843"/>
                  </a:lnTo>
                  <a:lnTo>
                    <a:pt x="10433" y="30255"/>
                  </a:lnTo>
                  <a:lnTo>
                    <a:pt x="17006" y="30255"/>
                  </a:lnTo>
                  <a:lnTo>
                    <a:pt x="17006" y="5843"/>
                  </a:lnTo>
                  <a:lnTo>
                    <a:pt x="27439" y="5843"/>
                  </a:lnTo>
                  <a:lnTo>
                    <a:pt x="27439" y="1"/>
                  </a:ln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8" name="Google Shape;8;p1"/>
            <p:cNvSpPr/>
            <p:nvPr/>
          </p:nvSpPr>
          <p:spPr>
            <a:xfrm>
              <a:off x="1150975" y="2440175"/>
              <a:ext cx="696400" cy="756375"/>
            </a:xfrm>
            <a:custGeom>
              <a:avLst/>
              <a:gdLst/>
              <a:ahLst/>
              <a:cxnLst/>
              <a:rect l="l" t="t" r="r" b="b"/>
              <a:pathLst>
                <a:path w="27856" h="30255" extrusionOk="0">
                  <a:moveTo>
                    <a:pt x="0" y="1"/>
                  </a:moveTo>
                  <a:lnTo>
                    <a:pt x="0" y="30255"/>
                  </a:lnTo>
                  <a:lnTo>
                    <a:pt x="6468" y="30255"/>
                  </a:lnTo>
                  <a:lnTo>
                    <a:pt x="6468" y="9077"/>
                  </a:lnTo>
                  <a:lnTo>
                    <a:pt x="20344" y="30255"/>
                  </a:lnTo>
                  <a:lnTo>
                    <a:pt x="27855" y="30255"/>
                  </a:lnTo>
                  <a:lnTo>
                    <a:pt x="27855" y="1"/>
                  </a:lnTo>
                  <a:lnTo>
                    <a:pt x="21387" y="1"/>
                  </a:lnTo>
                  <a:lnTo>
                    <a:pt x="21387" y="21178"/>
                  </a:lnTo>
                  <a:lnTo>
                    <a:pt x="7512" y="1"/>
                  </a:ln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9" name="Google Shape;9;p1"/>
            <p:cNvSpPr/>
            <p:nvPr/>
          </p:nvSpPr>
          <p:spPr>
            <a:xfrm>
              <a:off x="2794100" y="2440175"/>
              <a:ext cx="696425" cy="756375"/>
            </a:xfrm>
            <a:custGeom>
              <a:avLst/>
              <a:gdLst/>
              <a:ahLst/>
              <a:cxnLst/>
              <a:rect l="l" t="t" r="r" b="b"/>
              <a:pathLst>
                <a:path w="27857" h="30255" extrusionOk="0">
                  <a:moveTo>
                    <a:pt x="1" y="1"/>
                  </a:moveTo>
                  <a:lnTo>
                    <a:pt x="1" y="30255"/>
                  </a:lnTo>
                  <a:lnTo>
                    <a:pt x="6678" y="30255"/>
                  </a:lnTo>
                  <a:lnTo>
                    <a:pt x="6678" y="17944"/>
                  </a:lnTo>
                  <a:lnTo>
                    <a:pt x="21179" y="17944"/>
                  </a:lnTo>
                  <a:lnTo>
                    <a:pt x="21179" y="30255"/>
                  </a:lnTo>
                  <a:lnTo>
                    <a:pt x="27856" y="30255"/>
                  </a:lnTo>
                  <a:lnTo>
                    <a:pt x="27856" y="1"/>
                  </a:lnTo>
                  <a:lnTo>
                    <a:pt x="21179" y="1"/>
                  </a:lnTo>
                  <a:lnTo>
                    <a:pt x="21179" y="12102"/>
                  </a:lnTo>
                  <a:lnTo>
                    <a:pt x="6678" y="12102"/>
                  </a:lnTo>
                  <a:lnTo>
                    <a:pt x="6678" y="1"/>
                  </a:ln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10" name="Google Shape;10;p1"/>
            <p:cNvSpPr/>
            <p:nvPr/>
          </p:nvSpPr>
          <p:spPr>
            <a:xfrm>
              <a:off x="238125" y="2440175"/>
              <a:ext cx="792900" cy="756375"/>
            </a:xfrm>
            <a:custGeom>
              <a:avLst/>
              <a:gdLst/>
              <a:ahLst/>
              <a:cxnLst/>
              <a:rect l="l" t="t" r="r" b="b"/>
              <a:pathLst>
                <a:path w="31716" h="30255" extrusionOk="0">
                  <a:moveTo>
                    <a:pt x="15858" y="7616"/>
                  </a:moveTo>
                  <a:lnTo>
                    <a:pt x="20031" y="18257"/>
                  </a:lnTo>
                  <a:lnTo>
                    <a:pt x="11580" y="18257"/>
                  </a:lnTo>
                  <a:lnTo>
                    <a:pt x="15858" y="7616"/>
                  </a:lnTo>
                  <a:close/>
                  <a:moveTo>
                    <a:pt x="12311" y="1"/>
                  </a:moveTo>
                  <a:lnTo>
                    <a:pt x="0" y="30255"/>
                  </a:lnTo>
                  <a:lnTo>
                    <a:pt x="6886" y="30255"/>
                  </a:lnTo>
                  <a:lnTo>
                    <a:pt x="9389" y="23891"/>
                  </a:lnTo>
                  <a:lnTo>
                    <a:pt x="22326" y="23891"/>
                  </a:lnTo>
                  <a:lnTo>
                    <a:pt x="24830" y="30255"/>
                  </a:lnTo>
                  <a:lnTo>
                    <a:pt x="31715" y="30255"/>
                  </a:lnTo>
                  <a:lnTo>
                    <a:pt x="19405" y="1"/>
                  </a:ln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11" name="Google Shape;11;p1"/>
            <p:cNvSpPr/>
            <p:nvPr/>
          </p:nvSpPr>
          <p:spPr>
            <a:xfrm>
              <a:off x="4481600" y="2427150"/>
              <a:ext cx="759000" cy="782450"/>
            </a:xfrm>
            <a:custGeom>
              <a:avLst/>
              <a:gdLst/>
              <a:ahLst/>
              <a:cxnLst/>
              <a:rect l="l" t="t" r="r" b="b"/>
              <a:pathLst>
                <a:path w="30360" h="31298" extrusionOk="0">
                  <a:moveTo>
                    <a:pt x="15232" y="6051"/>
                  </a:moveTo>
                  <a:cubicBezTo>
                    <a:pt x="20344" y="6051"/>
                    <a:pt x="23473" y="9702"/>
                    <a:pt x="23473" y="15649"/>
                  </a:cubicBezTo>
                  <a:cubicBezTo>
                    <a:pt x="23473" y="21595"/>
                    <a:pt x="20344" y="25246"/>
                    <a:pt x="15232" y="25246"/>
                  </a:cubicBezTo>
                  <a:cubicBezTo>
                    <a:pt x="10015" y="25246"/>
                    <a:pt x="6781" y="21595"/>
                    <a:pt x="6781" y="15649"/>
                  </a:cubicBezTo>
                  <a:cubicBezTo>
                    <a:pt x="6781" y="9702"/>
                    <a:pt x="10015" y="6051"/>
                    <a:pt x="15232" y="6051"/>
                  </a:cubicBezTo>
                  <a:close/>
                  <a:moveTo>
                    <a:pt x="15232" y="0"/>
                  </a:moveTo>
                  <a:cubicBezTo>
                    <a:pt x="6260" y="0"/>
                    <a:pt x="0" y="6468"/>
                    <a:pt x="0" y="15649"/>
                  </a:cubicBezTo>
                  <a:cubicBezTo>
                    <a:pt x="0" y="24829"/>
                    <a:pt x="6260" y="31297"/>
                    <a:pt x="15232" y="31297"/>
                  </a:cubicBezTo>
                  <a:cubicBezTo>
                    <a:pt x="24099" y="31297"/>
                    <a:pt x="30359" y="24829"/>
                    <a:pt x="30359" y="15649"/>
                  </a:cubicBezTo>
                  <a:cubicBezTo>
                    <a:pt x="30359" y="6468"/>
                    <a:pt x="24099" y="0"/>
                    <a:pt x="15232" y="0"/>
                  </a:cubicBez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12" name="Google Shape;12;p1"/>
            <p:cNvSpPr/>
            <p:nvPr/>
          </p:nvSpPr>
          <p:spPr>
            <a:xfrm>
              <a:off x="6630725" y="2427150"/>
              <a:ext cx="719875" cy="782450"/>
            </a:xfrm>
            <a:custGeom>
              <a:avLst/>
              <a:gdLst/>
              <a:ahLst/>
              <a:cxnLst/>
              <a:rect l="l" t="t" r="r" b="b"/>
              <a:pathLst>
                <a:path w="28795" h="31298" extrusionOk="0">
                  <a:moveTo>
                    <a:pt x="15232" y="0"/>
                  </a:moveTo>
                  <a:cubicBezTo>
                    <a:pt x="6260" y="0"/>
                    <a:pt x="0" y="6468"/>
                    <a:pt x="0" y="15649"/>
                  </a:cubicBezTo>
                  <a:cubicBezTo>
                    <a:pt x="0" y="24829"/>
                    <a:pt x="6260" y="31297"/>
                    <a:pt x="15232" y="31297"/>
                  </a:cubicBezTo>
                  <a:cubicBezTo>
                    <a:pt x="21909" y="31297"/>
                    <a:pt x="27125" y="27020"/>
                    <a:pt x="28794" y="20656"/>
                  </a:cubicBezTo>
                  <a:lnTo>
                    <a:pt x="21804" y="20656"/>
                  </a:lnTo>
                  <a:cubicBezTo>
                    <a:pt x="20657" y="23577"/>
                    <a:pt x="18361" y="25246"/>
                    <a:pt x="15232" y="25246"/>
                  </a:cubicBezTo>
                  <a:cubicBezTo>
                    <a:pt x="10015" y="25246"/>
                    <a:pt x="6781" y="21595"/>
                    <a:pt x="6781" y="15649"/>
                  </a:cubicBezTo>
                  <a:cubicBezTo>
                    <a:pt x="6781" y="9702"/>
                    <a:pt x="10015" y="6051"/>
                    <a:pt x="15232" y="6051"/>
                  </a:cubicBezTo>
                  <a:cubicBezTo>
                    <a:pt x="18361" y="6051"/>
                    <a:pt x="20657" y="7720"/>
                    <a:pt x="21804" y="10641"/>
                  </a:cubicBezTo>
                  <a:lnTo>
                    <a:pt x="28794" y="10641"/>
                  </a:lnTo>
                  <a:cubicBezTo>
                    <a:pt x="27021" y="4173"/>
                    <a:pt x="21909" y="0"/>
                    <a:pt x="15232" y="0"/>
                  </a:cubicBez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13" name="Google Shape;13;p1"/>
            <p:cNvSpPr/>
            <p:nvPr/>
          </p:nvSpPr>
          <p:spPr>
            <a:xfrm>
              <a:off x="6119525" y="2440175"/>
              <a:ext cx="477300" cy="756375"/>
            </a:xfrm>
            <a:custGeom>
              <a:avLst/>
              <a:gdLst/>
              <a:ahLst/>
              <a:cxnLst/>
              <a:rect l="l" t="t" r="r" b="b"/>
              <a:pathLst>
                <a:path w="19092" h="30255" extrusionOk="0">
                  <a:moveTo>
                    <a:pt x="0" y="1"/>
                  </a:moveTo>
                  <a:lnTo>
                    <a:pt x="12311" y="30255"/>
                  </a:lnTo>
                  <a:lnTo>
                    <a:pt x="19092" y="30255"/>
                  </a:lnTo>
                  <a:lnTo>
                    <a:pt x="6781" y="1"/>
                  </a:ln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14" name="Google Shape;14;p1"/>
            <p:cNvSpPr/>
            <p:nvPr/>
          </p:nvSpPr>
          <p:spPr>
            <a:xfrm>
              <a:off x="5394450" y="2440175"/>
              <a:ext cx="659875" cy="756375"/>
            </a:xfrm>
            <a:custGeom>
              <a:avLst/>
              <a:gdLst/>
              <a:ahLst/>
              <a:cxnLst/>
              <a:rect l="l" t="t" r="r" b="b"/>
              <a:pathLst>
                <a:path w="26395" h="30255" extrusionOk="0">
                  <a:moveTo>
                    <a:pt x="14815" y="5843"/>
                  </a:moveTo>
                  <a:cubicBezTo>
                    <a:pt x="18049" y="5843"/>
                    <a:pt x="19718" y="7095"/>
                    <a:pt x="19718" y="9598"/>
                  </a:cubicBezTo>
                  <a:cubicBezTo>
                    <a:pt x="19718" y="12102"/>
                    <a:pt x="18049" y="13458"/>
                    <a:pt x="14815" y="13458"/>
                  </a:cubicBezTo>
                  <a:lnTo>
                    <a:pt x="6573" y="13458"/>
                  </a:lnTo>
                  <a:lnTo>
                    <a:pt x="6573" y="5843"/>
                  </a:lnTo>
                  <a:close/>
                  <a:moveTo>
                    <a:pt x="0" y="1"/>
                  </a:moveTo>
                  <a:lnTo>
                    <a:pt x="0" y="30255"/>
                  </a:lnTo>
                  <a:lnTo>
                    <a:pt x="6573" y="30255"/>
                  </a:lnTo>
                  <a:lnTo>
                    <a:pt x="6573" y="19301"/>
                  </a:lnTo>
                  <a:lnTo>
                    <a:pt x="15128" y="19301"/>
                  </a:lnTo>
                  <a:cubicBezTo>
                    <a:pt x="22117" y="19301"/>
                    <a:pt x="26395" y="15649"/>
                    <a:pt x="26395" y="9598"/>
                  </a:cubicBezTo>
                  <a:cubicBezTo>
                    <a:pt x="26395" y="3652"/>
                    <a:pt x="22117" y="1"/>
                    <a:pt x="15128" y="1"/>
                  </a:cubicBez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sp>
          <p:nvSpPr>
            <p:cNvPr id="15" name="Google Shape;15;p1"/>
            <p:cNvSpPr/>
            <p:nvPr/>
          </p:nvSpPr>
          <p:spPr>
            <a:xfrm>
              <a:off x="3693925" y="2440175"/>
              <a:ext cx="699000" cy="756375"/>
            </a:xfrm>
            <a:custGeom>
              <a:avLst/>
              <a:gdLst/>
              <a:ahLst/>
              <a:cxnLst/>
              <a:rect l="l" t="t" r="r" b="b"/>
              <a:pathLst>
                <a:path w="27960" h="30255" extrusionOk="0">
                  <a:moveTo>
                    <a:pt x="14815" y="5843"/>
                  </a:moveTo>
                  <a:cubicBezTo>
                    <a:pt x="18049" y="5843"/>
                    <a:pt x="19822" y="6990"/>
                    <a:pt x="19822" y="9181"/>
                  </a:cubicBezTo>
                  <a:cubicBezTo>
                    <a:pt x="19822" y="11372"/>
                    <a:pt x="18049" y="12624"/>
                    <a:pt x="14815" y="12624"/>
                  </a:cubicBezTo>
                  <a:lnTo>
                    <a:pt x="6677" y="12624"/>
                  </a:lnTo>
                  <a:lnTo>
                    <a:pt x="6677" y="5843"/>
                  </a:lnTo>
                  <a:close/>
                  <a:moveTo>
                    <a:pt x="0" y="1"/>
                  </a:moveTo>
                  <a:lnTo>
                    <a:pt x="0" y="30255"/>
                  </a:lnTo>
                  <a:lnTo>
                    <a:pt x="6677" y="30255"/>
                  </a:lnTo>
                  <a:lnTo>
                    <a:pt x="6677" y="18362"/>
                  </a:lnTo>
                  <a:lnTo>
                    <a:pt x="13980" y="18362"/>
                  </a:lnTo>
                  <a:lnTo>
                    <a:pt x="20657" y="30255"/>
                  </a:lnTo>
                  <a:lnTo>
                    <a:pt x="27960" y="30255"/>
                  </a:lnTo>
                  <a:lnTo>
                    <a:pt x="20657" y="17527"/>
                  </a:lnTo>
                  <a:cubicBezTo>
                    <a:pt x="24309" y="16171"/>
                    <a:pt x="26395" y="13250"/>
                    <a:pt x="26395" y="9181"/>
                  </a:cubicBezTo>
                  <a:cubicBezTo>
                    <a:pt x="26395" y="3548"/>
                    <a:pt x="22118" y="1"/>
                    <a:pt x="15128" y="1"/>
                  </a:cubicBezTo>
                  <a:close/>
                </a:path>
              </a:pathLst>
            </a:custGeom>
            <a:solidFill>
              <a:srgbClr val="B0AEA5"/>
            </a:solidFill>
            <a:ln>
              <a:noFill/>
            </a:ln>
          </p:spPr>
          <p:txBody>
            <a:bodyPr spcFirstLastPara="1" wrap="square" lIns="91450" tIns="91450" rIns="91450" bIns="91450" anchor="ctr" anchorCtr="0">
              <a:noAutofit/>
            </a:bodyPr>
            <a:lstStyle/>
            <a:p>
              <a:pPr marL="0" lvl="0" indent="0" algn="l" rtl="0">
                <a:spcBef>
                  <a:spcPts val="0"/>
                </a:spcBef>
                <a:spcAft>
                  <a:spcPts val="0"/>
                </a:spcAft>
                <a:buNone/>
              </a:pPr>
              <a:endParaRPr/>
            </a:p>
          </p:txBody>
        </p:sp>
      </p:grpSp>
      <p:sp>
        <p:nvSpPr>
          <p:cNvPr id="16" name="Google Shape;16;p1"/>
          <p:cNvSpPr txBox="1">
            <a:spLocks noGrp="1"/>
          </p:cNvSpPr>
          <p:nvPr>
            <p:ph type="title"/>
          </p:nvPr>
        </p:nvSpPr>
        <p:spPr>
          <a:xfrm>
            <a:off x="456513" y="457206"/>
            <a:ext cx="8230500" cy="8154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7" name="Google Shape;17;p1"/>
          <p:cNvSpPr txBox="1">
            <a:spLocks noGrp="1"/>
          </p:cNvSpPr>
          <p:nvPr>
            <p:ph type="body" idx="1"/>
          </p:nvPr>
        </p:nvSpPr>
        <p:spPr>
          <a:xfrm>
            <a:off x="455775" y="1371600"/>
            <a:ext cx="6173700" cy="2973000"/>
          </a:xfrm>
          <a:prstGeom prst="rect">
            <a:avLst/>
          </a:prstGeom>
          <a:noFill/>
          <a:ln>
            <a:noFill/>
          </a:ln>
        </p:spPr>
        <p:txBody>
          <a:bodyPr spcFirstLastPara="1" wrap="square" lIns="0" tIns="0" rIns="0" bIns="0" anchor="t" anchorCtr="0">
            <a:noAutofit/>
          </a:bodyPr>
          <a:lstStyle>
            <a:lvl1pPr marL="457200" lvl="0" indent="-317500">
              <a:lnSpc>
                <a:spcPct val="115000"/>
              </a:lnSpc>
              <a:spcBef>
                <a:spcPts val="0"/>
              </a:spcBef>
              <a:spcAft>
                <a:spcPts val="0"/>
              </a:spcAft>
              <a:buClr>
                <a:srgbClr val="B0AEA5"/>
              </a:buClr>
              <a:buSzPts val="1400"/>
              <a:buFont typeface="Lora"/>
              <a:buChar char="●"/>
              <a:defRPr sz="1400">
                <a:solidFill>
                  <a:schemeClr val="dk1"/>
                </a:solidFill>
                <a:latin typeface="Lora"/>
                <a:ea typeface="Lora"/>
                <a:cs typeface="Lora"/>
                <a:sym typeface="Lora"/>
              </a:defRPr>
            </a:lvl1pPr>
            <a:lvl2pPr marL="914400" lvl="1" indent="-304800">
              <a:lnSpc>
                <a:spcPct val="115000"/>
              </a:lnSpc>
              <a:spcBef>
                <a:spcPts val="1000"/>
              </a:spcBef>
              <a:spcAft>
                <a:spcPts val="0"/>
              </a:spcAft>
              <a:buClr>
                <a:srgbClr val="B0AEA5"/>
              </a:buClr>
              <a:buSzPts val="1200"/>
              <a:buFont typeface="Lora"/>
              <a:buChar char="○"/>
              <a:defRPr sz="1200">
                <a:solidFill>
                  <a:schemeClr val="dk1"/>
                </a:solidFill>
                <a:latin typeface="Lora"/>
                <a:ea typeface="Lora"/>
                <a:cs typeface="Lora"/>
                <a:sym typeface="Lora"/>
              </a:defRPr>
            </a:lvl2pPr>
            <a:lvl3pPr marL="1371600" lvl="2" indent="-2921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3pPr>
            <a:lvl4pPr marL="1828800" lvl="3" indent="-2921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4pPr>
            <a:lvl5pPr marL="2286000" lvl="4" indent="-2921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5pPr>
            <a:lvl6pPr marL="2743200" lvl="5" indent="-2921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6pPr>
            <a:lvl7pPr marL="3200400" lvl="6" indent="-2921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7pPr>
            <a:lvl8pPr marL="3657600" lvl="7" indent="-292100">
              <a:lnSpc>
                <a:spcPct val="115000"/>
              </a:lnSpc>
              <a:spcBef>
                <a:spcPts val="1000"/>
              </a:spcBef>
              <a:spcAft>
                <a:spcPts val="0"/>
              </a:spcAft>
              <a:buClr>
                <a:srgbClr val="B0AEA5"/>
              </a:buClr>
              <a:buSzPts val="1000"/>
              <a:buFont typeface="Lora"/>
              <a:buChar char="○"/>
              <a:defRPr sz="1000">
                <a:solidFill>
                  <a:schemeClr val="dk1"/>
                </a:solidFill>
                <a:latin typeface="Lora"/>
                <a:ea typeface="Lora"/>
                <a:cs typeface="Lora"/>
                <a:sym typeface="Lora"/>
              </a:defRPr>
            </a:lvl8pPr>
            <a:lvl9pPr marL="4114800" lvl="8" indent="-292100">
              <a:lnSpc>
                <a:spcPct val="115000"/>
              </a:lnSpc>
              <a:spcBef>
                <a:spcPts val="1000"/>
              </a:spcBef>
              <a:spcAft>
                <a:spcPts val="1000"/>
              </a:spcAft>
              <a:buClr>
                <a:srgbClr val="B0AEA5"/>
              </a:buClr>
              <a:buSzPts val="1000"/>
              <a:buFont typeface="Lora"/>
              <a:buChar char="■"/>
              <a:defRPr sz="1000">
                <a:solidFill>
                  <a:schemeClr val="dk1"/>
                </a:solidFill>
                <a:latin typeface="Lora"/>
                <a:ea typeface="Lora"/>
                <a:cs typeface="Lora"/>
                <a:sym typeface="Lora"/>
              </a:defRPr>
            </a:lvl9pPr>
          </a:lstStyle>
          <a:p>
            <a:endParaRPr/>
          </a:p>
        </p:txBody>
      </p:sp>
      <p:sp>
        <p:nvSpPr>
          <p:cNvPr id="18" name="Google Shape;18;p1"/>
          <p:cNvSpPr txBox="1">
            <a:spLocks noGrp="1"/>
          </p:cNvSpPr>
          <p:nvPr>
            <p:ph type="sldNum" idx="12"/>
          </p:nvPr>
        </p:nvSpPr>
        <p:spPr>
          <a:xfrm>
            <a:off x="8256725" y="4708927"/>
            <a:ext cx="437100" cy="107400"/>
          </a:xfrm>
          <a:prstGeom prst="rect">
            <a:avLst/>
          </a:prstGeom>
          <a:noFill/>
          <a:ln>
            <a:noFill/>
          </a:ln>
        </p:spPr>
        <p:txBody>
          <a:bodyPr spcFirstLastPara="1" wrap="square" lIns="0" tIns="0" rIns="0" bIns="0" anchor="t" anchorCtr="0">
            <a:noAutofit/>
          </a:bodyPr>
          <a:lstStyle>
            <a:lvl1pPr lvl="0" algn="r">
              <a:lnSpc>
                <a:spcPct val="80000"/>
              </a:lnSpc>
              <a:buSzPts val="1000"/>
              <a:buNone/>
              <a:defRPr sz="800">
                <a:solidFill>
                  <a:srgbClr val="B0AEA5"/>
                </a:solidFill>
                <a:latin typeface="Poppins"/>
                <a:ea typeface="Poppins"/>
                <a:cs typeface="Poppins"/>
                <a:sym typeface="Poppins"/>
              </a:defRPr>
            </a:lvl1pPr>
            <a:lvl2pPr lvl="1" algn="r">
              <a:lnSpc>
                <a:spcPct val="80000"/>
              </a:lnSpc>
              <a:buSzPts val="1000"/>
              <a:buNone/>
              <a:defRPr sz="800">
                <a:solidFill>
                  <a:srgbClr val="B0AEA5"/>
                </a:solidFill>
                <a:latin typeface="Poppins"/>
                <a:ea typeface="Poppins"/>
                <a:cs typeface="Poppins"/>
                <a:sym typeface="Poppins"/>
              </a:defRPr>
            </a:lvl2pPr>
            <a:lvl3pPr lvl="2" algn="r">
              <a:lnSpc>
                <a:spcPct val="80000"/>
              </a:lnSpc>
              <a:buSzPts val="1000"/>
              <a:buNone/>
              <a:defRPr sz="800">
                <a:solidFill>
                  <a:srgbClr val="B0AEA5"/>
                </a:solidFill>
                <a:latin typeface="Poppins"/>
                <a:ea typeface="Poppins"/>
                <a:cs typeface="Poppins"/>
                <a:sym typeface="Poppins"/>
              </a:defRPr>
            </a:lvl3pPr>
            <a:lvl4pPr lvl="3" algn="r">
              <a:lnSpc>
                <a:spcPct val="80000"/>
              </a:lnSpc>
              <a:buSzPts val="1000"/>
              <a:buNone/>
              <a:defRPr sz="800">
                <a:solidFill>
                  <a:srgbClr val="B0AEA5"/>
                </a:solidFill>
                <a:latin typeface="Poppins"/>
                <a:ea typeface="Poppins"/>
                <a:cs typeface="Poppins"/>
                <a:sym typeface="Poppins"/>
              </a:defRPr>
            </a:lvl4pPr>
            <a:lvl5pPr lvl="4" algn="r">
              <a:lnSpc>
                <a:spcPct val="80000"/>
              </a:lnSpc>
              <a:buSzPts val="1000"/>
              <a:buNone/>
              <a:defRPr sz="800">
                <a:solidFill>
                  <a:srgbClr val="B0AEA5"/>
                </a:solidFill>
                <a:latin typeface="Poppins"/>
                <a:ea typeface="Poppins"/>
                <a:cs typeface="Poppins"/>
                <a:sym typeface="Poppins"/>
              </a:defRPr>
            </a:lvl5pPr>
            <a:lvl6pPr lvl="5" algn="r">
              <a:lnSpc>
                <a:spcPct val="80000"/>
              </a:lnSpc>
              <a:buSzPts val="1000"/>
              <a:buNone/>
              <a:defRPr sz="800">
                <a:solidFill>
                  <a:srgbClr val="B0AEA5"/>
                </a:solidFill>
                <a:latin typeface="Poppins"/>
                <a:ea typeface="Poppins"/>
                <a:cs typeface="Poppins"/>
                <a:sym typeface="Poppins"/>
              </a:defRPr>
            </a:lvl6pPr>
            <a:lvl7pPr lvl="6" algn="r">
              <a:lnSpc>
                <a:spcPct val="80000"/>
              </a:lnSpc>
              <a:buSzPts val="1000"/>
              <a:buNone/>
              <a:defRPr sz="800">
                <a:solidFill>
                  <a:srgbClr val="B0AEA5"/>
                </a:solidFill>
                <a:latin typeface="Poppins"/>
                <a:ea typeface="Poppins"/>
                <a:cs typeface="Poppins"/>
                <a:sym typeface="Poppins"/>
              </a:defRPr>
            </a:lvl7pPr>
            <a:lvl8pPr lvl="7" algn="r">
              <a:lnSpc>
                <a:spcPct val="80000"/>
              </a:lnSpc>
              <a:buSzPts val="1000"/>
              <a:buNone/>
              <a:defRPr sz="800">
                <a:solidFill>
                  <a:srgbClr val="B0AEA5"/>
                </a:solidFill>
                <a:latin typeface="Poppins"/>
                <a:ea typeface="Poppins"/>
                <a:cs typeface="Poppins"/>
                <a:sym typeface="Poppins"/>
              </a:defRPr>
            </a:lvl8pPr>
            <a:lvl9pPr lvl="8" algn="r">
              <a:lnSpc>
                <a:spcPct val="80000"/>
              </a:lnSpc>
              <a:buSzPts val="1000"/>
              <a:buNone/>
              <a:defRPr sz="800">
                <a:solidFill>
                  <a:srgbClr val="B0AEA5"/>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
              <a:t>‹#›</a:t>
            </a:fld>
            <a:endParaRPr/>
          </a:p>
        </p:txBody>
      </p:sp>
      <p:sp>
        <p:nvSpPr>
          <p:cNvPr id="19" name="Google Shape;19;p1"/>
          <p:cNvSpPr txBox="1"/>
          <p:nvPr/>
        </p:nvSpPr>
        <p:spPr>
          <a:xfrm>
            <a:off x="4626925" y="4693687"/>
            <a:ext cx="3346500" cy="1074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800">
                <a:solidFill>
                  <a:srgbClr val="B0AEA5"/>
                </a:solidFill>
                <a:latin typeface="Poppins"/>
                <a:ea typeface="Poppins"/>
                <a:cs typeface="Poppins"/>
                <a:sym typeface="Poppins"/>
              </a:rPr>
              <a:t>CONFIDENTIAL</a:t>
            </a:r>
            <a:endParaRPr sz="800">
              <a:solidFill>
                <a:srgbClr val="B0AEA5"/>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88">
          <p15:clr>
            <a:srgbClr val="FF00FF"/>
          </p15:clr>
        </p15:guide>
        <p15:guide id="2" pos="287">
          <p15:clr>
            <a:srgbClr val="FF00FF"/>
          </p15:clr>
        </p15:guide>
        <p15:guide id="3" orient="horz" pos="2737">
          <p15:clr>
            <a:srgbClr val="FF00FF"/>
          </p15:clr>
        </p15:guide>
        <p15:guide id="4" orient="horz" pos="2952">
          <p15:clr>
            <a:srgbClr val="6FA8DC"/>
          </p15:clr>
        </p15:guide>
        <p15:guide id="5" pos="5472">
          <p15:clr>
            <a:srgbClr val="FF00FF"/>
          </p15:clr>
        </p15:guide>
        <p15:guide id="6" orient="horz" pos="3024">
          <p15:clr>
            <a:srgbClr val="6FA8DC"/>
          </p15:clr>
        </p15:guide>
        <p15:guide id="7" orient="horz" pos="864">
          <p15:clr>
            <a:srgbClr val="6FA8DC"/>
          </p15:clr>
        </p15:guide>
        <p15:guide id="8" pos="624">
          <p15:clr>
            <a:srgbClr val="E46962"/>
          </p15:clr>
        </p15:guide>
        <p15:guide id="9" pos="728">
          <p15:clr>
            <a:srgbClr val="E46962"/>
          </p15:clr>
        </p15:guide>
        <p15:guide id="10" pos="1065">
          <p15:clr>
            <a:srgbClr val="E46962"/>
          </p15:clr>
        </p15:guide>
        <p15:guide id="11" pos="1169">
          <p15:clr>
            <a:srgbClr val="E46962"/>
          </p15:clr>
        </p15:guide>
        <p15:guide id="12" pos="1506">
          <p15:clr>
            <a:srgbClr val="E46962"/>
          </p15:clr>
        </p15:guide>
        <p15:guide id="13" pos="1610">
          <p15:clr>
            <a:srgbClr val="E46962"/>
          </p15:clr>
        </p15:guide>
        <p15:guide id="14" pos="1946">
          <p15:clr>
            <a:srgbClr val="E46962"/>
          </p15:clr>
        </p15:guide>
        <p15:guide id="15" pos="2050">
          <p15:clr>
            <a:srgbClr val="E46962"/>
          </p15:clr>
        </p15:guide>
        <p15:guide id="16" pos="2387">
          <p15:clr>
            <a:srgbClr val="E46962"/>
          </p15:clr>
        </p15:guide>
        <p15:guide id="17" pos="2491">
          <p15:clr>
            <a:srgbClr val="E46962"/>
          </p15:clr>
        </p15:guide>
        <p15:guide id="18" pos="2828">
          <p15:clr>
            <a:srgbClr val="E46962"/>
          </p15:clr>
        </p15:guide>
        <p15:guide id="19" pos="2932">
          <p15:clr>
            <a:srgbClr val="E46962"/>
          </p15:clr>
        </p15:guide>
        <p15:guide id="20" pos="3269">
          <p15:clr>
            <a:srgbClr val="E46962"/>
          </p15:clr>
        </p15:guide>
        <p15:guide id="21" pos="3372">
          <p15:clr>
            <a:srgbClr val="E46962"/>
          </p15:clr>
        </p15:guide>
        <p15:guide id="22" pos="3709">
          <p15:clr>
            <a:srgbClr val="E46962"/>
          </p15:clr>
        </p15:guide>
        <p15:guide id="23" pos="3813">
          <p15:clr>
            <a:srgbClr val="E46962"/>
          </p15:clr>
        </p15:guide>
        <p15:guide id="24" pos="4150">
          <p15:clr>
            <a:srgbClr val="E46962"/>
          </p15:clr>
        </p15:guide>
        <p15:guide id="25" pos="4254">
          <p15:clr>
            <a:srgbClr val="E46962"/>
          </p15:clr>
        </p15:guide>
        <p15:guide id="26" pos="4591">
          <p15:clr>
            <a:srgbClr val="E46962"/>
          </p15:clr>
        </p15:guide>
        <p15:guide id="27" pos="4695">
          <p15:clr>
            <a:srgbClr val="E46962"/>
          </p15:clr>
        </p15:guide>
        <p15:guide id="28" pos="5031">
          <p15:clr>
            <a:srgbClr val="E46962"/>
          </p15:clr>
        </p15:guide>
        <p15:guide id="29" pos="5135">
          <p15:clr>
            <a:srgbClr val="E46962"/>
          </p15:clr>
        </p15:guide>
        <p15:guide id="30" pos="2880">
          <p15:clr>
            <a:srgbClr val="E46962"/>
          </p15:clr>
        </p15:guide>
        <p15:guide id="31" orient="horz" pos="162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B1B1B"/>
        </a:solidFill>
        <a:effectLst/>
      </p:bgPr>
    </p:bg>
    <p:spTree>
      <p:nvGrpSpPr>
        <p:cNvPr id="1" name="Shape 362"/>
        <p:cNvGrpSpPr/>
        <p:nvPr/>
      </p:nvGrpSpPr>
      <p:grpSpPr>
        <a:xfrm>
          <a:off x="0" y="0"/>
          <a:ext cx="0" cy="0"/>
          <a:chOff x="0" y="0"/>
          <a:chExt cx="0" cy="0"/>
        </a:xfrm>
      </p:grpSpPr>
      <p:sp>
        <p:nvSpPr>
          <p:cNvPr id="363" name="Google Shape;363;p45"/>
          <p:cNvSpPr txBox="1">
            <a:spLocks noGrp="1"/>
          </p:cNvSpPr>
          <p:nvPr>
            <p:ph type="sldNum" idx="12"/>
          </p:nvPr>
        </p:nvSpPr>
        <p:spPr>
          <a:xfrm>
            <a:off x="8800100" y="4904374"/>
            <a:ext cx="216300" cy="129900"/>
          </a:xfrm>
          <a:prstGeom prst="rect">
            <a:avLst/>
          </a:prstGeom>
          <a:noFill/>
          <a:ln>
            <a:noFill/>
          </a:ln>
        </p:spPr>
        <p:txBody>
          <a:bodyPr spcFirstLastPara="1" wrap="square" lIns="33825" tIns="33825" rIns="33825" bIns="33825" anchor="ctr" anchorCtr="0">
            <a:spAutoFit/>
          </a:bodyPr>
          <a:lstStyle>
            <a:lvl1pPr marL="0" marR="0" lvl="0" indent="0" algn="r">
              <a:spcBef>
                <a:spcPts val="0"/>
              </a:spcBef>
              <a:buNone/>
              <a:defRPr sz="400" b="1" i="0" u="none" strike="noStrike" cap="none">
                <a:solidFill>
                  <a:srgbClr val="FFFFFF"/>
                </a:solidFill>
                <a:latin typeface="Montserrat"/>
                <a:ea typeface="Montserrat"/>
                <a:cs typeface="Montserrat"/>
                <a:sym typeface="Montserrat"/>
              </a:defRPr>
            </a:lvl1pPr>
            <a:lvl2pPr marL="0" marR="0" lvl="1" indent="0" algn="r">
              <a:spcBef>
                <a:spcPts val="0"/>
              </a:spcBef>
              <a:buNone/>
              <a:defRPr sz="400" b="1" i="0" u="none" strike="noStrike" cap="none">
                <a:solidFill>
                  <a:srgbClr val="FFFFFF"/>
                </a:solidFill>
                <a:latin typeface="Montserrat"/>
                <a:ea typeface="Montserrat"/>
                <a:cs typeface="Montserrat"/>
                <a:sym typeface="Montserrat"/>
              </a:defRPr>
            </a:lvl2pPr>
            <a:lvl3pPr marL="0" marR="0" lvl="2" indent="0" algn="r">
              <a:spcBef>
                <a:spcPts val="0"/>
              </a:spcBef>
              <a:buNone/>
              <a:defRPr sz="400" b="1" i="0" u="none" strike="noStrike" cap="none">
                <a:solidFill>
                  <a:srgbClr val="FFFFFF"/>
                </a:solidFill>
                <a:latin typeface="Montserrat"/>
                <a:ea typeface="Montserrat"/>
                <a:cs typeface="Montserrat"/>
                <a:sym typeface="Montserrat"/>
              </a:defRPr>
            </a:lvl3pPr>
            <a:lvl4pPr marL="0" marR="0" lvl="3" indent="0" algn="r">
              <a:spcBef>
                <a:spcPts val="0"/>
              </a:spcBef>
              <a:buNone/>
              <a:defRPr sz="400" b="1" i="0" u="none" strike="noStrike" cap="none">
                <a:solidFill>
                  <a:srgbClr val="FFFFFF"/>
                </a:solidFill>
                <a:latin typeface="Montserrat"/>
                <a:ea typeface="Montserrat"/>
                <a:cs typeface="Montserrat"/>
                <a:sym typeface="Montserrat"/>
              </a:defRPr>
            </a:lvl4pPr>
            <a:lvl5pPr marL="0" marR="0" lvl="4" indent="0" algn="r">
              <a:spcBef>
                <a:spcPts val="0"/>
              </a:spcBef>
              <a:buNone/>
              <a:defRPr sz="400" b="1" i="0" u="none" strike="noStrike" cap="none">
                <a:solidFill>
                  <a:srgbClr val="FFFFFF"/>
                </a:solidFill>
                <a:latin typeface="Montserrat"/>
                <a:ea typeface="Montserrat"/>
                <a:cs typeface="Montserrat"/>
                <a:sym typeface="Montserrat"/>
              </a:defRPr>
            </a:lvl5pPr>
            <a:lvl6pPr marL="0" marR="0" lvl="5" indent="0" algn="r">
              <a:spcBef>
                <a:spcPts val="0"/>
              </a:spcBef>
              <a:buNone/>
              <a:defRPr sz="400" b="1" i="0" u="none" strike="noStrike" cap="none">
                <a:solidFill>
                  <a:srgbClr val="FFFFFF"/>
                </a:solidFill>
                <a:latin typeface="Montserrat"/>
                <a:ea typeface="Montserrat"/>
                <a:cs typeface="Montserrat"/>
                <a:sym typeface="Montserrat"/>
              </a:defRPr>
            </a:lvl6pPr>
            <a:lvl7pPr marL="0" marR="0" lvl="6" indent="0" algn="r">
              <a:spcBef>
                <a:spcPts val="0"/>
              </a:spcBef>
              <a:buNone/>
              <a:defRPr sz="400" b="1" i="0" u="none" strike="noStrike" cap="none">
                <a:solidFill>
                  <a:srgbClr val="FFFFFF"/>
                </a:solidFill>
                <a:latin typeface="Montserrat"/>
                <a:ea typeface="Montserrat"/>
                <a:cs typeface="Montserrat"/>
                <a:sym typeface="Montserrat"/>
              </a:defRPr>
            </a:lvl7pPr>
            <a:lvl8pPr marL="0" marR="0" lvl="7" indent="0" algn="r">
              <a:spcBef>
                <a:spcPts val="0"/>
              </a:spcBef>
              <a:buNone/>
              <a:defRPr sz="400" b="1" i="0" u="none" strike="noStrike" cap="none">
                <a:solidFill>
                  <a:srgbClr val="FFFFFF"/>
                </a:solidFill>
                <a:latin typeface="Montserrat"/>
                <a:ea typeface="Montserrat"/>
                <a:cs typeface="Montserrat"/>
                <a:sym typeface="Montserrat"/>
              </a:defRPr>
            </a:lvl8pPr>
            <a:lvl9pPr marL="0" marR="0" lvl="8" indent="0" algn="r">
              <a:spcBef>
                <a:spcPts val="0"/>
              </a:spcBef>
              <a:buNone/>
              <a:defRPr sz="400" b="1" i="0" u="none" strike="noStrike" cap="none">
                <a:solidFill>
                  <a:srgbClr val="FFFFFF"/>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a:t>
            </a:fld>
            <a:endParaRPr/>
          </a:p>
        </p:txBody>
      </p:sp>
      <p:sp>
        <p:nvSpPr>
          <p:cNvPr id="364" name="Google Shape;364;p45"/>
          <p:cNvSpPr txBox="1">
            <a:spLocks noGrp="1"/>
          </p:cNvSpPr>
          <p:nvPr>
            <p:ph type="title"/>
          </p:nvPr>
        </p:nvSpPr>
        <p:spPr>
          <a:xfrm>
            <a:off x="519420" y="106899"/>
            <a:ext cx="8105400" cy="1113900"/>
          </a:xfrm>
          <a:prstGeom prst="rect">
            <a:avLst/>
          </a:prstGeom>
          <a:noFill/>
          <a:ln>
            <a:noFill/>
          </a:ln>
        </p:spPr>
        <p:txBody>
          <a:bodyPr spcFirstLastPara="1" wrap="square" lIns="33825" tIns="33825" rIns="33825" bIns="33825" anchor="ctr" anchorCtr="0">
            <a:noAutofit/>
          </a:bodyPr>
          <a:lstStyle>
            <a:lvl1pPr marR="0" lvl="0"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1pPr>
            <a:lvl2pPr marR="0" lvl="1"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2pPr>
            <a:lvl3pPr marR="0" lvl="2"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3pPr>
            <a:lvl4pPr marR="0" lvl="3"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4pPr>
            <a:lvl5pPr marR="0" lvl="4"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5pPr>
            <a:lvl6pPr marR="0" lvl="5"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6pPr>
            <a:lvl7pPr marR="0" lvl="6"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7pPr>
            <a:lvl8pPr marR="0" lvl="7"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8pPr>
            <a:lvl9pPr marR="0" lvl="8" algn="l">
              <a:lnSpc>
                <a:spcPct val="80000"/>
              </a:lnSpc>
              <a:spcBef>
                <a:spcPts val="0"/>
              </a:spcBef>
              <a:spcAft>
                <a:spcPts val="0"/>
              </a:spcAft>
              <a:buClr>
                <a:srgbClr val="000000"/>
              </a:buClr>
              <a:buSzPts val="5900"/>
              <a:buFont typeface="Montserrat"/>
              <a:buNone/>
              <a:defRPr sz="5900" b="1" i="0" u="none" strike="noStrike" cap="none">
                <a:solidFill>
                  <a:srgbClr val="000000"/>
                </a:solidFill>
                <a:latin typeface="Montserrat"/>
                <a:ea typeface="Montserrat"/>
                <a:cs typeface="Montserrat"/>
                <a:sym typeface="Montserrat"/>
              </a:defRPr>
            </a:lvl9pPr>
          </a:lstStyle>
          <a:p>
            <a:endParaRPr/>
          </a:p>
        </p:txBody>
      </p:sp>
      <p:sp>
        <p:nvSpPr>
          <p:cNvPr id="365" name="Google Shape;365;p45"/>
          <p:cNvSpPr txBox="1">
            <a:spLocks noGrp="1"/>
          </p:cNvSpPr>
          <p:nvPr>
            <p:ph type="body" idx="1"/>
          </p:nvPr>
        </p:nvSpPr>
        <p:spPr>
          <a:xfrm>
            <a:off x="519420" y="1220890"/>
            <a:ext cx="8105400" cy="3883800"/>
          </a:xfrm>
          <a:prstGeom prst="rect">
            <a:avLst/>
          </a:prstGeom>
          <a:noFill/>
          <a:ln>
            <a:noFill/>
          </a:ln>
        </p:spPr>
        <p:txBody>
          <a:bodyPr spcFirstLastPara="1" wrap="square" lIns="33825" tIns="33825" rIns="33825" bIns="33825" anchor="t" anchorCtr="0">
            <a:noAutofit/>
          </a:bodyPr>
          <a:lstStyle>
            <a:lvl1pPr marL="457200" marR="0" lvl="0" indent="-228600" algn="l">
              <a:lnSpc>
                <a:spcPct val="80000"/>
              </a:lnSpc>
              <a:spcBef>
                <a:spcPts val="700"/>
              </a:spcBef>
              <a:spcAft>
                <a:spcPts val="0"/>
              </a:spcAft>
              <a:buClr>
                <a:srgbClr val="000000"/>
              </a:buClr>
              <a:buSzPts val="4100"/>
              <a:buFont typeface="Montserrat"/>
              <a:buNone/>
              <a:defRPr sz="4100" b="1" i="0" u="none" strike="noStrike" cap="none">
                <a:solidFill>
                  <a:srgbClr val="000000"/>
                </a:solidFill>
                <a:latin typeface="Montserrat"/>
                <a:ea typeface="Montserrat"/>
                <a:cs typeface="Montserrat"/>
                <a:sym typeface="Montserrat"/>
              </a:defRPr>
            </a:lvl1pPr>
            <a:lvl2pPr marL="914400" marR="0" lvl="1" indent="-228600" algn="l">
              <a:lnSpc>
                <a:spcPct val="80000"/>
              </a:lnSpc>
              <a:spcBef>
                <a:spcPts val="700"/>
              </a:spcBef>
              <a:spcAft>
                <a:spcPts val="0"/>
              </a:spcAft>
              <a:buClr>
                <a:srgbClr val="000000"/>
              </a:buClr>
              <a:buSzPts val="4100"/>
              <a:buFont typeface="Montserrat"/>
              <a:buNone/>
              <a:defRPr sz="4100" b="1" i="0" u="none" strike="noStrike" cap="none">
                <a:solidFill>
                  <a:srgbClr val="000000"/>
                </a:solidFill>
                <a:latin typeface="Montserrat"/>
                <a:ea typeface="Montserrat"/>
                <a:cs typeface="Montserrat"/>
                <a:sym typeface="Montserrat"/>
              </a:defRPr>
            </a:lvl2pPr>
            <a:lvl3pPr marL="1371600" marR="0" lvl="2" indent="-228600" algn="l">
              <a:lnSpc>
                <a:spcPct val="80000"/>
              </a:lnSpc>
              <a:spcBef>
                <a:spcPts val="700"/>
              </a:spcBef>
              <a:spcAft>
                <a:spcPts val="0"/>
              </a:spcAft>
              <a:buClr>
                <a:srgbClr val="000000"/>
              </a:buClr>
              <a:buSzPts val="4100"/>
              <a:buFont typeface="Montserrat"/>
              <a:buNone/>
              <a:defRPr sz="4100" b="1" i="0" u="none" strike="noStrike" cap="none">
                <a:solidFill>
                  <a:srgbClr val="000000"/>
                </a:solidFill>
                <a:latin typeface="Montserrat"/>
                <a:ea typeface="Montserrat"/>
                <a:cs typeface="Montserrat"/>
                <a:sym typeface="Montserrat"/>
              </a:defRPr>
            </a:lvl3pPr>
            <a:lvl4pPr marL="1828800" marR="0" lvl="3" indent="-228600" algn="l">
              <a:lnSpc>
                <a:spcPct val="80000"/>
              </a:lnSpc>
              <a:spcBef>
                <a:spcPts val="700"/>
              </a:spcBef>
              <a:spcAft>
                <a:spcPts val="0"/>
              </a:spcAft>
              <a:buClr>
                <a:srgbClr val="000000"/>
              </a:buClr>
              <a:buSzPts val="4100"/>
              <a:buFont typeface="Montserrat"/>
              <a:buNone/>
              <a:defRPr sz="4100" b="1" i="0" u="none" strike="noStrike" cap="none">
                <a:solidFill>
                  <a:srgbClr val="000000"/>
                </a:solidFill>
                <a:latin typeface="Montserrat"/>
                <a:ea typeface="Montserrat"/>
                <a:cs typeface="Montserrat"/>
                <a:sym typeface="Montserrat"/>
              </a:defRPr>
            </a:lvl4pPr>
            <a:lvl5pPr marL="2286000" marR="0" lvl="4" indent="-228600" algn="l">
              <a:lnSpc>
                <a:spcPct val="80000"/>
              </a:lnSpc>
              <a:spcBef>
                <a:spcPts val="700"/>
              </a:spcBef>
              <a:spcAft>
                <a:spcPts val="0"/>
              </a:spcAft>
              <a:buClr>
                <a:srgbClr val="000000"/>
              </a:buClr>
              <a:buSzPts val="4100"/>
              <a:buFont typeface="Montserrat"/>
              <a:buNone/>
              <a:defRPr sz="4100" b="1" i="0" u="none" strike="noStrike" cap="none">
                <a:solidFill>
                  <a:srgbClr val="000000"/>
                </a:solidFill>
                <a:latin typeface="Montserrat"/>
                <a:ea typeface="Montserrat"/>
                <a:cs typeface="Montserrat"/>
                <a:sym typeface="Montserrat"/>
              </a:defRPr>
            </a:lvl5pPr>
            <a:lvl6pPr marL="2743200" marR="0" lvl="5" indent="-488950" algn="l">
              <a:lnSpc>
                <a:spcPct val="80000"/>
              </a:lnSpc>
              <a:spcBef>
                <a:spcPts val="700"/>
              </a:spcBef>
              <a:spcAft>
                <a:spcPts val="0"/>
              </a:spcAft>
              <a:buClr>
                <a:srgbClr val="000000"/>
              </a:buClr>
              <a:buSzPts val="4100"/>
              <a:buFont typeface="Montserrat"/>
              <a:buChar char="•"/>
              <a:defRPr sz="4100" b="1" i="0" u="none" strike="noStrike" cap="none">
                <a:solidFill>
                  <a:srgbClr val="000000"/>
                </a:solidFill>
                <a:latin typeface="Montserrat"/>
                <a:ea typeface="Montserrat"/>
                <a:cs typeface="Montserrat"/>
                <a:sym typeface="Montserrat"/>
              </a:defRPr>
            </a:lvl6pPr>
            <a:lvl7pPr marL="3200400" marR="0" lvl="6" indent="-488950" algn="l">
              <a:lnSpc>
                <a:spcPct val="80000"/>
              </a:lnSpc>
              <a:spcBef>
                <a:spcPts val="700"/>
              </a:spcBef>
              <a:spcAft>
                <a:spcPts val="0"/>
              </a:spcAft>
              <a:buClr>
                <a:srgbClr val="000000"/>
              </a:buClr>
              <a:buSzPts val="4100"/>
              <a:buFont typeface="Montserrat"/>
              <a:buChar char="•"/>
              <a:defRPr sz="4100" b="1" i="0" u="none" strike="noStrike" cap="none">
                <a:solidFill>
                  <a:srgbClr val="000000"/>
                </a:solidFill>
                <a:latin typeface="Montserrat"/>
                <a:ea typeface="Montserrat"/>
                <a:cs typeface="Montserrat"/>
                <a:sym typeface="Montserrat"/>
              </a:defRPr>
            </a:lvl7pPr>
            <a:lvl8pPr marL="3657600" marR="0" lvl="7" indent="-488950" algn="l">
              <a:lnSpc>
                <a:spcPct val="80000"/>
              </a:lnSpc>
              <a:spcBef>
                <a:spcPts val="700"/>
              </a:spcBef>
              <a:spcAft>
                <a:spcPts val="0"/>
              </a:spcAft>
              <a:buClr>
                <a:srgbClr val="000000"/>
              </a:buClr>
              <a:buSzPts val="4100"/>
              <a:buFont typeface="Montserrat"/>
              <a:buChar char="•"/>
              <a:defRPr sz="4100" b="1" i="0" u="none" strike="noStrike" cap="none">
                <a:solidFill>
                  <a:srgbClr val="000000"/>
                </a:solidFill>
                <a:latin typeface="Montserrat"/>
                <a:ea typeface="Montserrat"/>
                <a:cs typeface="Montserrat"/>
                <a:sym typeface="Montserrat"/>
              </a:defRPr>
            </a:lvl8pPr>
            <a:lvl9pPr marL="4114800" marR="0" lvl="8" indent="-488950" algn="l">
              <a:lnSpc>
                <a:spcPct val="80000"/>
              </a:lnSpc>
              <a:spcBef>
                <a:spcPts val="700"/>
              </a:spcBef>
              <a:spcAft>
                <a:spcPts val="0"/>
              </a:spcAft>
              <a:buClr>
                <a:srgbClr val="000000"/>
              </a:buClr>
              <a:buSzPts val="4100"/>
              <a:buFont typeface="Montserrat"/>
              <a:buChar char="•"/>
              <a:defRPr sz="4100" b="1" i="0" u="none" strike="noStrike" cap="none">
                <a:solidFill>
                  <a:srgbClr val="000000"/>
                </a:solidFill>
                <a:latin typeface="Montserrat"/>
                <a:ea typeface="Montserrat"/>
                <a:cs typeface="Montserrat"/>
                <a:sym typeface="Montserrat"/>
              </a:defRPr>
            </a:lvl9pPr>
          </a:lstStyle>
          <a:p>
            <a:endParaRPr/>
          </a:p>
        </p:txBody>
      </p:sp>
      <p:sp>
        <p:nvSpPr>
          <p:cNvPr id="366" name="Google Shape;366;p45"/>
          <p:cNvSpPr txBox="1"/>
          <p:nvPr/>
        </p:nvSpPr>
        <p:spPr>
          <a:xfrm>
            <a:off x="120565" y="121928"/>
            <a:ext cx="1226700" cy="128400"/>
          </a:xfrm>
          <a:prstGeom prst="rect">
            <a:avLst/>
          </a:prstGeom>
          <a:noFill/>
          <a:ln>
            <a:noFill/>
          </a:ln>
        </p:spPr>
        <p:txBody>
          <a:bodyPr spcFirstLastPara="1" wrap="square" lIns="33150" tIns="33150" rIns="33150" bIns="33150" anchor="t" anchorCtr="0">
            <a:spAutoFit/>
          </a:bodyPr>
          <a:lstStyle/>
          <a:p>
            <a:pPr marL="0" marR="0" lvl="0" indent="0" algn="l" rtl="0">
              <a:spcBef>
                <a:spcPts val="0"/>
              </a:spcBef>
              <a:spcAft>
                <a:spcPts val="0"/>
              </a:spcAft>
              <a:buNone/>
            </a:pPr>
            <a:r>
              <a:rPr lang="en" sz="400" b="0" i="0" u="none" strike="noStrike" cap="none">
                <a:solidFill>
                  <a:srgbClr val="D97756"/>
                </a:solidFill>
                <a:latin typeface="Montserrat Medium"/>
                <a:ea typeface="Montserrat Medium"/>
                <a:cs typeface="Montserrat Medium"/>
                <a:sym typeface="Montserrat Medium"/>
              </a:rPr>
              <a:t>WASSERMAN</a:t>
            </a:r>
            <a:r>
              <a:rPr lang="en" sz="400" b="0" i="0" u="none" strike="noStrike" cap="none">
                <a:solidFill>
                  <a:schemeClr val="lt1"/>
                </a:solidFill>
                <a:latin typeface="Montserrat Medium"/>
                <a:ea typeface="Montserrat Medium"/>
                <a:cs typeface="Montserrat Medium"/>
                <a:sym typeface="Montserrat Medium"/>
              </a:rPr>
              <a:t> </a:t>
            </a:r>
            <a:r>
              <a:rPr lang="en" sz="400" b="1" i="1" u="none" strike="noStrike" cap="none">
                <a:solidFill>
                  <a:schemeClr val="lt1"/>
                </a:solidFill>
                <a:latin typeface="Times"/>
                <a:ea typeface="Times"/>
                <a:cs typeface="Times"/>
                <a:sym typeface="Times"/>
              </a:rPr>
              <a:t>- A CONNECTIONS COMPANY </a:t>
            </a:r>
            <a:endParaRPr sz="1100"/>
          </a:p>
        </p:txBody>
      </p:sp>
    </p:spTree>
  </p:cSld>
  <p:clrMap bg1="lt1" tx1="dk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1"/>
          <p:cNvSpPr/>
          <p:nvPr/>
        </p:nvSpPr>
        <p:spPr>
          <a:xfrm>
            <a:off x="0" y="0"/>
            <a:ext cx="9144000" cy="5143500"/>
          </a:xfrm>
          <a:prstGeom prst="rect">
            <a:avLst/>
          </a:prstGeom>
          <a:solidFill>
            <a:srgbClr val="F1EFEA"/>
          </a:solidFill>
          <a:ln>
            <a:noFill/>
          </a:ln>
        </p:spPr>
        <p:txBody>
          <a:bodyPr spcFirstLastPara="1" wrap="square" lIns="68650" tIns="34325" rIns="68650" bIns="3432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93" name="Google Shape;393;p51" descr="A hand holding a molecule&#10;&#10;AI-generated content may be incorrect."/>
          <p:cNvPicPr preferRelativeResize="0"/>
          <p:nvPr/>
        </p:nvPicPr>
        <p:blipFill rotWithShape="1">
          <a:blip r:embed="rId3">
            <a:alphaModFix/>
          </a:blip>
          <a:srcRect/>
          <a:stretch/>
        </p:blipFill>
        <p:spPr>
          <a:xfrm>
            <a:off x="3940223" y="1010264"/>
            <a:ext cx="1261179" cy="1569041"/>
          </a:xfrm>
          <a:prstGeom prst="rect">
            <a:avLst/>
          </a:prstGeom>
          <a:noFill/>
          <a:ln>
            <a:noFill/>
          </a:ln>
        </p:spPr>
      </p:pic>
      <p:sp>
        <p:nvSpPr>
          <p:cNvPr id="394" name="Google Shape;394;p51"/>
          <p:cNvSpPr txBox="1"/>
          <p:nvPr/>
        </p:nvSpPr>
        <p:spPr>
          <a:xfrm>
            <a:off x="71164" y="3424439"/>
            <a:ext cx="9001800" cy="276000"/>
          </a:xfrm>
          <a:prstGeom prst="rect">
            <a:avLst/>
          </a:prstGeom>
          <a:noFill/>
          <a:ln>
            <a:noFill/>
          </a:ln>
        </p:spPr>
        <p:txBody>
          <a:bodyPr spcFirstLastPara="1" wrap="square" lIns="75175" tIns="37575" rIns="75175" bIns="37575" anchor="t" anchorCtr="0">
            <a:spAutoFit/>
          </a:bodyPr>
          <a:lstStyle/>
          <a:p>
            <a:pPr marL="0" marR="0" lvl="0" indent="0" algn="ctr" rtl="0">
              <a:spcBef>
                <a:spcPts val="0"/>
              </a:spcBef>
              <a:spcAft>
                <a:spcPts val="0"/>
              </a:spcAft>
              <a:buNone/>
            </a:pPr>
            <a:r>
              <a:rPr lang="en" sz="1300" dirty="0">
                <a:latin typeface="Lora"/>
                <a:ea typeface="Lora"/>
                <a:cs typeface="Lora"/>
                <a:sym typeface="Lora"/>
              </a:rPr>
              <a:t>Claude Builder Club @ University of Cambridge</a:t>
            </a:r>
            <a:endParaRPr sz="1300" i="0" u="none" strike="noStrike" cap="none" dirty="0">
              <a:solidFill>
                <a:srgbClr val="000000"/>
              </a:solidFill>
              <a:latin typeface="Lora"/>
              <a:ea typeface="Lora"/>
              <a:cs typeface="Lora"/>
              <a:sym typeface="Lora"/>
            </a:endParaRPr>
          </a:p>
        </p:txBody>
      </p:sp>
      <p:pic>
        <p:nvPicPr>
          <p:cNvPr id="395" name="Google Shape;395;p51"/>
          <p:cNvPicPr preferRelativeResize="0"/>
          <p:nvPr/>
        </p:nvPicPr>
        <p:blipFill rotWithShape="1">
          <a:blip r:embed="rId4">
            <a:alphaModFix/>
          </a:blip>
          <a:srcRect/>
          <a:stretch/>
        </p:blipFill>
        <p:spPr>
          <a:xfrm>
            <a:off x="3038999" y="2945098"/>
            <a:ext cx="3060102" cy="3384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2"/>
          <p:cNvSpPr txBox="1">
            <a:spLocks noGrp="1"/>
          </p:cNvSpPr>
          <p:nvPr>
            <p:ph type="body" idx="1"/>
          </p:nvPr>
        </p:nvSpPr>
        <p:spPr>
          <a:xfrm>
            <a:off x="3254975" y="457206"/>
            <a:ext cx="5431800" cy="3887700"/>
          </a:xfrm>
          <a:prstGeom prst="rect">
            <a:avLst/>
          </a:prstGeom>
        </p:spPr>
        <p:txBody>
          <a:bodyPr spcFirstLastPara="1" wrap="square" lIns="0" tIns="0" rIns="0" bIns="0" anchor="t" anchorCtr="0">
            <a:noAutofit/>
          </a:bodyPr>
          <a:lstStyle/>
          <a:p>
            <a:pPr marL="457200" lvl="0" indent="-355600" algn="l" rtl="0">
              <a:spcBef>
                <a:spcPts val="0"/>
              </a:spcBef>
              <a:spcAft>
                <a:spcPts val="0"/>
              </a:spcAft>
              <a:buClr>
                <a:srgbClr val="B0AEA5"/>
              </a:buClr>
              <a:buSzPts val="2000"/>
              <a:buChar char="●"/>
            </a:pPr>
            <a:r>
              <a:rPr lang="en" b="1" dirty="0"/>
              <a:t>What is Claude?</a:t>
            </a:r>
            <a:endParaRPr b="1" dirty="0"/>
          </a:p>
          <a:p>
            <a:pPr marL="457200" lvl="0" indent="-355600" algn="l" rtl="0">
              <a:spcBef>
                <a:spcPts val="600"/>
              </a:spcBef>
              <a:spcAft>
                <a:spcPts val="0"/>
              </a:spcAft>
              <a:buClr>
                <a:srgbClr val="B0AEA5"/>
              </a:buClr>
              <a:buSzPts val="2000"/>
              <a:buChar char="●"/>
            </a:pPr>
            <a:r>
              <a:rPr lang="en" b="1" dirty="0"/>
              <a:t>What is Claude Builder Club?</a:t>
            </a:r>
            <a:endParaRPr b="1" dirty="0"/>
          </a:p>
          <a:p>
            <a:pPr marL="457200" lvl="0" indent="-355600" algn="l" rtl="0">
              <a:spcBef>
                <a:spcPts val="600"/>
              </a:spcBef>
              <a:spcAft>
                <a:spcPts val="0"/>
              </a:spcAft>
              <a:buClr>
                <a:srgbClr val="B0AEA5"/>
              </a:buClr>
              <a:buSzPts val="2000"/>
              <a:buChar char="●"/>
            </a:pPr>
            <a:endParaRPr lang="en" b="1" dirty="0"/>
          </a:p>
          <a:p>
            <a:pPr marL="457200" lvl="0" indent="-355600" algn="l" rtl="0">
              <a:spcBef>
                <a:spcPts val="600"/>
              </a:spcBef>
              <a:spcAft>
                <a:spcPts val="0"/>
              </a:spcAft>
              <a:buClr>
                <a:srgbClr val="B0AEA5"/>
              </a:buClr>
              <a:buSzPts val="2000"/>
              <a:buChar char="●"/>
            </a:pPr>
            <a:r>
              <a:rPr lang="en" b="1" dirty="0"/>
              <a:t>What is </a:t>
            </a:r>
            <a:r>
              <a:rPr lang="en-US" b="1" dirty="0"/>
              <a:t>MCP?</a:t>
            </a:r>
            <a:endParaRPr b="1" dirty="0"/>
          </a:p>
          <a:p>
            <a:pPr marL="457200" lvl="0" indent="-355600" algn="l" rtl="0">
              <a:spcBef>
                <a:spcPts val="600"/>
              </a:spcBef>
              <a:spcAft>
                <a:spcPts val="0"/>
              </a:spcAft>
              <a:buClr>
                <a:srgbClr val="B0AEA5"/>
              </a:buClr>
              <a:buSzPts val="2000"/>
              <a:buChar char="●"/>
            </a:pPr>
            <a:r>
              <a:rPr lang="en" b="1" dirty="0"/>
              <a:t>Hands-on Session</a:t>
            </a:r>
          </a:p>
          <a:p>
            <a:pPr marL="457200" lvl="0" indent="-355600" algn="l" rtl="0">
              <a:spcBef>
                <a:spcPts val="600"/>
              </a:spcBef>
              <a:spcAft>
                <a:spcPts val="0"/>
              </a:spcAft>
              <a:buClr>
                <a:srgbClr val="B0AEA5"/>
              </a:buClr>
              <a:buSzPts val="2000"/>
              <a:buChar char="●"/>
            </a:pPr>
            <a:endParaRPr lang="en" b="1" dirty="0"/>
          </a:p>
          <a:p>
            <a:pPr marL="457200" lvl="0" indent="-355600" algn="l" rtl="0">
              <a:spcBef>
                <a:spcPts val="600"/>
              </a:spcBef>
              <a:spcAft>
                <a:spcPts val="0"/>
              </a:spcAft>
              <a:buClr>
                <a:srgbClr val="B0AEA5"/>
              </a:buClr>
              <a:buSzPts val="2000"/>
              <a:buChar char="●"/>
            </a:pPr>
            <a:r>
              <a:rPr lang="en" b="1" dirty="0"/>
              <a:t>What are Skills?</a:t>
            </a:r>
          </a:p>
          <a:p>
            <a:pPr marL="457200" lvl="0" indent="-355600" algn="l" rtl="0">
              <a:spcBef>
                <a:spcPts val="600"/>
              </a:spcBef>
              <a:spcAft>
                <a:spcPts val="0"/>
              </a:spcAft>
              <a:buClr>
                <a:srgbClr val="B0AEA5"/>
              </a:buClr>
              <a:buSzPts val="2000"/>
              <a:buChar char="●"/>
            </a:pPr>
            <a:r>
              <a:rPr lang="en" b="1" dirty="0"/>
              <a:t>How to write effective Skills?</a:t>
            </a:r>
          </a:p>
          <a:p>
            <a:pPr marL="457200" lvl="0" indent="-355600" algn="l" rtl="0">
              <a:spcBef>
                <a:spcPts val="600"/>
              </a:spcBef>
              <a:spcAft>
                <a:spcPts val="0"/>
              </a:spcAft>
              <a:buClr>
                <a:srgbClr val="B0AEA5"/>
              </a:buClr>
              <a:buSzPts val="2000"/>
              <a:buChar char="●"/>
            </a:pPr>
            <a:r>
              <a:rPr lang="en" b="1" dirty="0"/>
              <a:t>Hands-on Session</a:t>
            </a:r>
            <a:endParaRPr b="1" dirty="0"/>
          </a:p>
          <a:p>
            <a:pPr marL="0" lvl="0" indent="0" algn="l" rtl="0">
              <a:spcBef>
                <a:spcPts val="600"/>
              </a:spcBef>
              <a:spcAft>
                <a:spcPts val="600"/>
              </a:spcAft>
              <a:buNone/>
            </a:pPr>
            <a:endParaRPr dirty="0">
              <a:solidFill>
                <a:schemeClr val="dk1"/>
              </a:solidFill>
            </a:endParaRPr>
          </a:p>
        </p:txBody>
      </p:sp>
      <p:sp>
        <p:nvSpPr>
          <p:cNvPr id="401" name="Google Shape;401;p52"/>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a:t>
            </a:fld>
            <a:endParaRPr/>
          </a:p>
        </p:txBody>
      </p:sp>
      <p:sp>
        <p:nvSpPr>
          <p:cNvPr id="402" name="Google Shape;402;p52"/>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Table of contents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6"/>
        <p:cNvGrpSpPr/>
        <p:nvPr/>
      </p:nvGrpSpPr>
      <p:grpSpPr>
        <a:xfrm>
          <a:off x="0" y="0"/>
          <a:ext cx="0" cy="0"/>
          <a:chOff x="0" y="0"/>
          <a:chExt cx="0" cy="0"/>
        </a:xfrm>
      </p:grpSpPr>
      <p:sp>
        <p:nvSpPr>
          <p:cNvPr id="407" name="Google Shape;407;p53"/>
          <p:cNvSpPr txBox="1">
            <a:spLocks noGrp="1"/>
          </p:cNvSpPr>
          <p:nvPr>
            <p:ph type="title"/>
          </p:nvPr>
        </p:nvSpPr>
        <p:spPr>
          <a:xfrm>
            <a:off x="455746" y="940425"/>
            <a:ext cx="8238000" cy="2253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We founded Anthropic because we believe the impact of AI might be comparable to that of the industrial and scientific revolutions, but we aren’t confident it will go well. And we also believe this level of impact could start to arrive soon – perhaps in the coming decade."</a:t>
            </a:r>
            <a:endParaRPr/>
          </a:p>
        </p:txBody>
      </p:sp>
      <p:sp>
        <p:nvSpPr>
          <p:cNvPr id="408" name="Google Shape;408;p53"/>
          <p:cNvSpPr txBox="1">
            <a:spLocks noGrp="1"/>
          </p:cNvSpPr>
          <p:nvPr>
            <p:ph type="subTitle" idx="1"/>
          </p:nvPr>
        </p:nvSpPr>
        <p:spPr>
          <a:xfrm>
            <a:off x="455775" y="3756056"/>
            <a:ext cx="26343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Anthropic</a:t>
            </a:r>
            <a:endParaRPr/>
          </a:p>
          <a:p>
            <a:pPr marL="0" lvl="0" indent="0" algn="l" rtl="0">
              <a:spcBef>
                <a:spcPts val="0"/>
              </a:spcBef>
              <a:spcAft>
                <a:spcPts val="0"/>
              </a:spcAft>
              <a:buNone/>
            </a:pPr>
            <a:endParaRPr/>
          </a:p>
        </p:txBody>
      </p:sp>
      <p:sp>
        <p:nvSpPr>
          <p:cNvPr id="409" name="Google Shape;409;p53"/>
          <p:cNvSpPr txBox="1"/>
          <p:nvPr/>
        </p:nvSpPr>
        <p:spPr>
          <a:xfrm>
            <a:off x="455775" y="296906"/>
            <a:ext cx="604500" cy="92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rgbClr val="B0AEA5"/>
                </a:solidFill>
                <a:latin typeface="Lora SemiBold"/>
                <a:ea typeface="Lora SemiBold"/>
                <a:cs typeface="Lora SemiBold"/>
                <a:sym typeface="Lora SemiBold"/>
              </a:rPr>
              <a:t>“</a:t>
            </a:r>
            <a:endParaRPr sz="7200">
              <a:solidFill>
                <a:srgbClr val="B0AEA5"/>
              </a:solidFill>
              <a:latin typeface="Lora SemiBold"/>
              <a:ea typeface="Lora SemiBold"/>
              <a:cs typeface="Lora SemiBold"/>
              <a:sym typeface="Lora SemiBold"/>
            </a:endParaRPr>
          </a:p>
        </p:txBody>
      </p:sp>
      <p:sp>
        <p:nvSpPr>
          <p:cNvPr id="410" name="Google Shape;410;p53"/>
          <p:cNvSpPr txBox="1">
            <a:spLocks noGrp="1"/>
          </p:cNvSpPr>
          <p:nvPr>
            <p:ph type="sldNum" idx="12"/>
          </p:nvPr>
        </p:nvSpPr>
        <p:spPr>
          <a:xfrm>
            <a:off x="6204669" y="3531696"/>
            <a:ext cx="328500" cy="807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14"/>
        <p:cNvGrpSpPr/>
        <p:nvPr/>
      </p:nvGrpSpPr>
      <p:grpSpPr>
        <a:xfrm>
          <a:off x="0" y="0"/>
          <a:ext cx="0" cy="0"/>
          <a:chOff x="0" y="0"/>
          <a:chExt cx="0" cy="0"/>
        </a:xfrm>
      </p:grpSpPr>
      <p:sp>
        <p:nvSpPr>
          <p:cNvPr id="415" name="Google Shape;415;p54"/>
          <p:cNvSpPr/>
          <p:nvPr/>
        </p:nvSpPr>
        <p:spPr>
          <a:xfrm>
            <a:off x="4762800" y="3140725"/>
            <a:ext cx="2929800" cy="957600"/>
          </a:xfrm>
          <a:prstGeom prst="roundRect">
            <a:avLst>
              <a:gd name="adj" fmla="val 6725"/>
            </a:avLst>
          </a:prstGeom>
          <a:solidFill>
            <a:srgbClr val="DE735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Lora"/>
              <a:ea typeface="Lora"/>
              <a:cs typeface="Lora"/>
              <a:sym typeface="Lora"/>
            </a:endParaRPr>
          </a:p>
        </p:txBody>
      </p:sp>
      <p:sp>
        <p:nvSpPr>
          <p:cNvPr id="416" name="Google Shape;416;p54"/>
          <p:cNvSpPr/>
          <p:nvPr/>
        </p:nvSpPr>
        <p:spPr>
          <a:xfrm>
            <a:off x="4762800" y="2157200"/>
            <a:ext cx="2929800" cy="869400"/>
          </a:xfrm>
          <a:prstGeom prst="roundRect">
            <a:avLst>
              <a:gd name="adj" fmla="val 7407"/>
            </a:avLst>
          </a:prstGeom>
          <a:solidFill>
            <a:srgbClr val="DE735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Lora"/>
              <a:ea typeface="Lora"/>
              <a:cs typeface="Lora"/>
              <a:sym typeface="Lora"/>
            </a:endParaRPr>
          </a:p>
        </p:txBody>
      </p:sp>
      <p:sp>
        <p:nvSpPr>
          <p:cNvPr id="417" name="Google Shape;417;p54"/>
          <p:cNvSpPr/>
          <p:nvPr/>
        </p:nvSpPr>
        <p:spPr>
          <a:xfrm>
            <a:off x="1441525" y="3140725"/>
            <a:ext cx="2929800" cy="957600"/>
          </a:xfrm>
          <a:prstGeom prst="roundRect">
            <a:avLst>
              <a:gd name="adj" fmla="val 6725"/>
            </a:avLst>
          </a:prstGeom>
          <a:solidFill>
            <a:srgbClr val="C9BFB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Lora"/>
              <a:ea typeface="Lora"/>
              <a:cs typeface="Lora"/>
              <a:sym typeface="Lora"/>
            </a:endParaRPr>
          </a:p>
        </p:txBody>
      </p:sp>
      <p:sp>
        <p:nvSpPr>
          <p:cNvPr id="418" name="Google Shape;418;p54"/>
          <p:cNvSpPr/>
          <p:nvPr/>
        </p:nvSpPr>
        <p:spPr>
          <a:xfrm>
            <a:off x="1441525" y="2157200"/>
            <a:ext cx="2929800" cy="869400"/>
          </a:xfrm>
          <a:prstGeom prst="roundRect">
            <a:avLst>
              <a:gd name="adj" fmla="val 7407"/>
            </a:avLst>
          </a:prstGeom>
          <a:solidFill>
            <a:srgbClr val="C9BFB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400">
              <a:latin typeface="Lora"/>
              <a:ea typeface="Lora"/>
              <a:cs typeface="Lora"/>
              <a:sym typeface="Lora"/>
            </a:endParaRPr>
          </a:p>
        </p:txBody>
      </p:sp>
      <p:sp>
        <p:nvSpPr>
          <p:cNvPr id="419" name="Google Shape;419;p54"/>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a:t>
            </a:fld>
            <a:endParaRPr/>
          </a:p>
        </p:txBody>
      </p:sp>
      <p:sp>
        <p:nvSpPr>
          <p:cNvPr id="420" name="Google Shape;420;p54"/>
          <p:cNvSpPr txBox="1"/>
          <p:nvPr/>
        </p:nvSpPr>
        <p:spPr>
          <a:xfrm>
            <a:off x="0" y="378125"/>
            <a:ext cx="9144000" cy="62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a:solidFill>
                  <a:srgbClr val="111111"/>
                </a:solidFill>
                <a:latin typeface="Lora"/>
                <a:ea typeface="Lora"/>
                <a:cs typeface="Lora"/>
                <a:sym typeface="Lora"/>
              </a:rPr>
              <a:t>People want AI to help them </a:t>
            </a:r>
            <a:br>
              <a:rPr lang="en" sz="2600">
                <a:solidFill>
                  <a:srgbClr val="111111"/>
                </a:solidFill>
                <a:latin typeface="Lora"/>
                <a:ea typeface="Lora"/>
                <a:cs typeface="Lora"/>
                <a:sym typeface="Lora"/>
              </a:rPr>
            </a:br>
            <a:r>
              <a:rPr lang="en" sz="2600" u="sng">
                <a:solidFill>
                  <a:srgbClr val="111111"/>
                </a:solidFill>
                <a:latin typeface="Lora Medium"/>
                <a:ea typeface="Lora Medium"/>
                <a:cs typeface="Lora Medium"/>
                <a:sym typeface="Lora Medium"/>
              </a:rPr>
              <a:t>extend their thinking</a:t>
            </a:r>
            <a:r>
              <a:rPr lang="en" sz="2600" u="sng">
                <a:solidFill>
                  <a:srgbClr val="111111"/>
                </a:solidFill>
                <a:latin typeface="Lora"/>
                <a:ea typeface="Lora"/>
                <a:cs typeface="Lora"/>
                <a:sym typeface="Lora"/>
              </a:rPr>
              <a:t>,</a:t>
            </a:r>
            <a:r>
              <a:rPr lang="en" sz="2600">
                <a:solidFill>
                  <a:srgbClr val="111111"/>
                </a:solidFill>
                <a:latin typeface="Lora"/>
                <a:ea typeface="Lora"/>
                <a:cs typeface="Lora"/>
                <a:sym typeface="Lora"/>
              </a:rPr>
              <a:t> not to think less </a:t>
            </a:r>
            <a:r>
              <a:rPr lang="en" sz="2600" u="sng">
                <a:solidFill>
                  <a:srgbClr val="111111"/>
                </a:solidFill>
                <a:latin typeface="Lora"/>
                <a:ea typeface="Lora"/>
                <a:cs typeface="Lora"/>
                <a:sym typeface="Lora"/>
              </a:rPr>
              <a:t> </a:t>
            </a:r>
            <a:endParaRPr sz="2600" u="sng">
              <a:solidFill>
                <a:srgbClr val="111111"/>
              </a:solidFill>
              <a:latin typeface="Lora"/>
              <a:ea typeface="Lora"/>
              <a:cs typeface="Lora"/>
              <a:sym typeface="Lora"/>
            </a:endParaRPr>
          </a:p>
        </p:txBody>
      </p:sp>
      <p:sp>
        <p:nvSpPr>
          <p:cNvPr id="421" name="Google Shape;421;p54"/>
          <p:cNvSpPr txBox="1"/>
          <p:nvPr/>
        </p:nvSpPr>
        <p:spPr>
          <a:xfrm>
            <a:off x="1822973" y="2017970"/>
            <a:ext cx="2239800" cy="794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1200" i="1" dirty="0">
                <a:solidFill>
                  <a:schemeClr val="dk1"/>
                </a:solidFill>
                <a:latin typeface="Helvetica Neue"/>
                <a:ea typeface="Helvetica Neue"/>
                <a:cs typeface="Helvetica Neue"/>
                <a:sym typeface="Helvetica Neue"/>
              </a:rPr>
              <a:t>“Right now, it’s like a </a:t>
            </a:r>
            <a:r>
              <a:rPr lang="en" sz="1200" b="1" i="1" dirty="0">
                <a:solidFill>
                  <a:schemeClr val="dk1"/>
                </a:solidFill>
                <a:latin typeface="Helvetica Neue"/>
                <a:ea typeface="Helvetica Neue"/>
                <a:cs typeface="Helvetica Neue"/>
                <a:sym typeface="Helvetica Neue"/>
              </a:rPr>
              <a:t>vending machine</a:t>
            </a:r>
            <a:r>
              <a:rPr lang="en" sz="1200" i="1" dirty="0">
                <a:solidFill>
                  <a:schemeClr val="dk1"/>
                </a:solidFill>
                <a:latin typeface="Helvetica Neue"/>
                <a:ea typeface="Helvetica Neue"/>
                <a:cs typeface="Helvetica Neue"/>
                <a:sym typeface="Helvetica Neue"/>
              </a:rPr>
              <a:t>: I input a prompt, it spits something out.”</a:t>
            </a:r>
            <a:endParaRPr sz="1200" i="1" dirty="0">
              <a:solidFill>
                <a:schemeClr val="dk1"/>
              </a:solidFill>
              <a:latin typeface="Helvetica Neue"/>
              <a:ea typeface="Helvetica Neue"/>
              <a:cs typeface="Helvetica Neue"/>
              <a:sym typeface="Helvetica Neue"/>
            </a:endParaRPr>
          </a:p>
        </p:txBody>
      </p:sp>
      <p:sp>
        <p:nvSpPr>
          <p:cNvPr id="422" name="Google Shape;422;p54"/>
          <p:cNvSpPr txBox="1"/>
          <p:nvPr/>
        </p:nvSpPr>
        <p:spPr>
          <a:xfrm>
            <a:off x="4783650" y="2011970"/>
            <a:ext cx="2855400" cy="794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1200" i="1" dirty="0">
                <a:solidFill>
                  <a:schemeClr val="dk1"/>
                </a:solidFill>
                <a:latin typeface="Helvetica Neue"/>
                <a:ea typeface="Helvetica Neue"/>
                <a:cs typeface="Helvetica Neue"/>
                <a:sym typeface="Helvetica Neue"/>
              </a:rPr>
              <a:t>“Sometimes I want it to </a:t>
            </a:r>
            <a:r>
              <a:rPr lang="en" sz="1200" b="1" i="1" dirty="0">
                <a:solidFill>
                  <a:schemeClr val="dk1"/>
                </a:solidFill>
                <a:latin typeface="Helvetica Neue"/>
                <a:ea typeface="Helvetica Neue"/>
                <a:cs typeface="Helvetica Neue"/>
                <a:sym typeface="Helvetica Neue"/>
              </a:rPr>
              <a:t>help me</a:t>
            </a:r>
            <a:r>
              <a:rPr lang="en" sz="1200" i="1" dirty="0">
                <a:solidFill>
                  <a:schemeClr val="dk1"/>
                </a:solidFill>
                <a:latin typeface="Helvetica Neue"/>
                <a:ea typeface="Helvetica Neue"/>
                <a:cs typeface="Helvetica Neue"/>
                <a:sym typeface="Helvetica Neue"/>
              </a:rPr>
              <a:t> </a:t>
            </a:r>
            <a:r>
              <a:rPr lang="en" sz="1200" b="1" i="1" dirty="0">
                <a:solidFill>
                  <a:schemeClr val="dk1"/>
                </a:solidFill>
                <a:latin typeface="Helvetica Neue"/>
                <a:ea typeface="Helvetica Neue"/>
                <a:cs typeface="Helvetica Neue"/>
                <a:sym typeface="Helvetica Neue"/>
              </a:rPr>
              <a:t>think</a:t>
            </a:r>
            <a:r>
              <a:rPr lang="en" sz="1200" i="1" dirty="0">
                <a:solidFill>
                  <a:schemeClr val="dk1"/>
                </a:solidFill>
                <a:latin typeface="Helvetica Neue"/>
                <a:ea typeface="Helvetica Neue"/>
                <a:cs typeface="Helvetica Neue"/>
                <a:sym typeface="Helvetica Neue"/>
              </a:rPr>
              <a:t>. Not just solve. Like a creative partner you</a:t>
            </a:r>
            <a:r>
              <a:rPr lang="en" sz="1200" b="1" i="1" dirty="0">
                <a:solidFill>
                  <a:schemeClr val="dk1"/>
                </a:solidFill>
                <a:latin typeface="Helvetica Neue"/>
                <a:ea typeface="Helvetica Neue"/>
                <a:cs typeface="Helvetica Neue"/>
                <a:sym typeface="Helvetica Neue"/>
              </a:rPr>
              <a:t> bounce ideas off</a:t>
            </a:r>
            <a:r>
              <a:rPr lang="en" sz="1200" i="1" dirty="0">
                <a:solidFill>
                  <a:schemeClr val="dk1"/>
                </a:solidFill>
                <a:latin typeface="Helvetica Neue"/>
                <a:ea typeface="Helvetica Neue"/>
                <a:cs typeface="Helvetica Neue"/>
                <a:sym typeface="Helvetica Neue"/>
              </a:rPr>
              <a:t> for hours.”</a:t>
            </a:r>
            <a:endParaRPr sz="1200" i="1" dirty="0">
              <a:solidFill>
                <a:schemeClr val="dk1"/>
              </a:solidFill>
              <a:latin typeface="Helvetica Neue"/>
              <a:ea typeface="Helvetica Neue"/>
              <a:cs typeface="Helvetica Neue"/>
              <a:sym typeface="Helvetica Neue"/>
            </a:endParaRPr>
          </a:p>
        </p:txBody>
      </p:sp>
      <p:sp>
        <p:nvSpPr>
          <p:cNvPr id="423" name="Google Shape;423;p54"/>
          <p:cNvSpPr txBox="1"/>
          <p:nvPr/>
        </p:nvSpPr>
        <p:spPr>
          <a:xfrm>
            <a:off x="1541488" y="2969845"/>
            <a:ext cx="2754300" cy="1006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1200" i="1" dirty="0">
                <a:solidFill>
                  <a:schemeClr val="dk1"/>
                </a:solidFill>
                <a:latin typeface="Helvetica Neue"/>
                <a:ea typeface="Helvetica Neue"/>
                <a:cs typeface="Helvetica Neue"/>
                <a:sym typeface="Helvetica Neue"/>
              </a:rPr>
              <a:t>“A </a:t>
            </a:r>
            <a:r>
              <a:rPr lang="en" sz="1200" b="1" i="1" dirty="0">
                <a:solidFill>
                  <a:schemeClr val="dk1"/>
                </a:solidFill>
                <a:latin typeface="Helvetica Neue"/>
                <a:ea typeface="Helvetica Neue"/>
                <a:cs typeface="Helvetica Neue"/>
                <a:sym typeface="Helvetica Neue"/>
              </a:rPr>
              <a:t>cheerleader</a:t>
            </a:r>
            <a:r>
              <a:rPr lang="en" sz="1200" i="1" dirty="0">
                <a:solidFill>
                  <a:schemeClr val="dk1"/>
                </a:solidFill>
                <a:latin typeface="Helvetica Neue"/>
                <a:ea typeface="Helvetica Neue"/>
                <a:cs typeface="Helvetica Neue"/>
                <a:sym typeface="Helvetica Neue"/>
              </a:rPr>
              <a:t> is nice, but sometimes I want a sparring partner - that’s how ideas grow and that’s not what ChatGPT does today.”</a:t>
            </a:r>
            <a:endParaRPr sz="1200" i="1" dirty="0">
              <a:solidFill>
                <a:schemeClr val="dk1"/>
              </a:solidFill>
              <a:latin typeface="Helvetica Neue"/>
              <a:ea typeface="Helvetica Neue"/>
              <a:cs typeface="Helvetica Neue"/>
              <a:sym typeface="Helvetica Neue"/>
            </a:endParaRPr>
          </a:p>
        </p:txBody>
      </p:sp>
      <p:sp>
        <p:nvSpPr>
          <p:cNvPr id="424" name="Google Shape;424;p54"/>
          <p:cNvSpPr txBox="1"/>
          <p:nvPr/>
        </p:nvSpPr>
        <p:spPr>
          <a:xfrm>
            <a:off x="4762800" y="3046045"/>
            <a:ext cx="2897100" cy="794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1200" i="1">
                <a:solidFill>
                  <a:schemeClr val="dk1"/>
                </a:solidFill>
                <a:latin typeface="Helvetica Neue"/>
                <a:ea typeface="Helvetica Neue"/>
                <a:cs typeface="Helvetica Neue"/>
                <a:sym typeface="Helvetica Neue"/>
              </a:rPr>
              <a:t>“I don’t want an assistant. I want something that can </a:t>
            </a:r>
            <a:r>
              <a:rPr lang="en" sz="1200" b="1" i="1">
                <a:solidFill>
                  <a:schemeClr val="dk1"/>
                </a:solidFill>
                <a:latin typeface="Helvetica Neue"/>
                <a:ea typeface="Helvetica Neue"/>
                <a:cs typeface="Helvetica Neue"/>
                <a:sym typeface="Helvetica Neue"/>
              </a:rPr>
              <a:t>help me get better at thinking</a:t>
            </a:r>
            <a:r>
              <a:rPr lang="en" sz="1200" i="1">
                <a:solidFill>
                  <a:schemeClr val="dk1"/>
                </a:solidFill>
                <a:latin typeface="Helvetica Neue"/>
                <a:ea typeface="Helvetica Neue"/>
                <a:cs typeface="Helvetica Neue"/>
                <a:sym typeface="Helvetica Neue"/>
              </a:rPr>
              <a:t>, </a:t>
            </a:r>
            <a:r>
              <a:rPr lang="en" sz="1200" b="1" i="1">
                <a:solidFill>
                  <a:schemeClr val="dk1"/>
                </a:solidFill>
                <a:latin typeface="Helvetica Neue"/>
                <a:ea typeface="Helvetica Neue"/>
                <a:cs typeface="Helvetica Neue"/>
                <a:sym typeface="Helvetica Neue"/>
              </a:rPr>
              <a:t>at writing, at strategy</a:t>
            </a:r>
            <a:r>
              <a:rPr lang="en" sz="1200" i="1">
                <a:solidFill>
                  <a:schemeClr val="dk1"/>
                </a:solidFill>
                <a:latin typeface="Helvetica Neue"/>
                <a:ea typeface="Helvetica Neue"/>
                <a:cs typeface="Helvetica Neue"/>
                <a:sym typeface="Helvetica Neue"/>
              </a:rPr>
              <a:t>.”</a:t>
            </a:r>
            <a:endParaRPr sz="1200">
              <a:latin typeface="Helvetica Neue"/>
              <a:ea typeface="Helvetica Neue"/>
              <a:cs typeface="Helvetica Neue"/>
              <a:sym typeface="Helvetica Neue"/>
            </a:endParaRPr>
          </a:p>
        </p:txBody>
      </p:sp>
      <p:sp>
        <p:nvSpPr>
          <p:cNvPr id="425" name="Google Shape;425;p54"/>
          <p:cNvSpPr/>
          <p:nvPr/>
        </p:nvSpPr>
        <p:spPr>
          <a:xfrm>
            <a:off x="1441525" y="1582275"/>
            <a:ext cx="3002700" cy="460800"/>
          </a:xfrm>
          <a:prstGeom prst="roundRect">
            <a:avLst>
              <a:gd name="adj" fmla="val 16667"/>
            </a:avLst>
          </a:prstGeom>
          <a:solidFill>
            <a:srgbClr val="B0AE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Poppins Medium"/>
                <a:ea typeface="Poppins Medium"/>
                <a:cs typeface="Poppins Medium"/>
                <a:sym typeface="Poppins Medium"/>
              </a:rPr>
              <a:t>Perceptions of AI today</a:t>
            </a:r>
            <a:endParaRPr sz="1200">
              <a:solidFill>
                <a:schemeClr val="lt1"/>
              </a:solidFill>
              <a:latin typeface="Poppins Medium"/>
              <a:ea typeface="Poppins Medium"/>
              <a:cs typeface="Poppins Medium"/>
              <a:sym typeface="Poppins Medium"/>
            </a:endParaRPr>
          </a:p>
        </p:txBody>
      </p:sp>
      <p:sp>
        <p:nvSpPr>
          <p:cNvPr id="426" name="Google Shape;426;p54"/>
          <p:cNvSpPr/>
          <p:nvPr/>
        </p:nvSpPr>
        <p:spPr>
          <a:xfrm>
            <a:off x="4762800" y="1582275"/>
            <a:ext cx="2929800" cy="460800"/>
          </a:xfrm>
          <a:prstGeom prst="roundRect">
            <a:avLst>
              <a:gd name="adj" fmla="val 16667"/>
            </a:avLst>
          </a:prstGeom>
          <a:solidFill>
            <a:srgbClr val="D3694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Poppins Medium"/>
                <a:ea typeface="Poppins Medium"/>
                <a:cs typeface="Poppins Medium"/>
                <a:sym typeface="Poppins Medium"/>
              </a:rPr>
              <a:t>What people want from an </a:t>
            </a:r>
            <a:br>
              <a:rPr lang="en" sz="1200">
                <a:solidFill>
                  <a:schemeClr val="lt1"/>
                </a:solidFill>
                <a:latin typeface="Poppins Medium"/>
                <a:ea typeface="Poppins Medium"/>
                <a:cs typeface="Poppins Medium"/>
                <a:sym typeface="Poppins Medium"/>
              </a:rPr>
            </a:br>
            <a:r>
              <a:rPr lang="en" sz="1200">
                <a:solidFill>
                  <a:schemeClr val="lt1"/>
                </a:solidFill>
                <a:latin typeface="Poppins Medium"/>
                <a:ea typeface="Poppins Medium"/>
                <a:cs typeface="Poppins Medium"/>
                <a:sym typeface="Poppins Medium"/>
              </a:rPr>
              <a:t>AI relationship</a:t>
            </a:r>
            <a:endParaRPr sz="1200">
              <a:solidFill>
                <a:schemeClr val="lt1"/>
              </a:solidFill>
              <a:latin typeface="Poppins Medium"/>
              <a:ea typeface="Poppins Medium"/>
              <a:cs typeface="Poppins Medium"/>
              <a:sym typeface="Poppins Medium"/>
            </a:endParaRPr>
          </a:p>
        </p:txBody>
      </p:sp>
      <p:sp>
        <p:nvSpPr>
          <p:cNvPr id="427" name="Google Shape;427;p54"/>
          <p:cNvSpPr txBox="1"/>
          <p:nvPr/>
        </p:nvSpPr>
        <p:spPr>
          <a:xfrm>
            <a:off x="2245575" y="4285350"/>
            <a:ext cx="4487400" cy="28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700">
                <a:solidFill>
                  <a:srgbClr val="101010"/>
                </a:solidFill>
                <a:latin typeface="Lora"/>
                <a:ea typeface="Lora"/>
                <a:cs typeface="Lora"/>
                <a:sym typeface="Lora"/>
              </a:rPr>
              <a:t>SOURCE: Anthropic Positioning Research, July, 2025</a:t>
            </a:r>
            <a:endParaRPr sz="700">
              <a:solidFill>
                <a:srgbClr val="101010"/>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31"/>
        <p:cNvGrpSpPr/>
        <p:nvPr/>
      </p:nvGrpSpPr>
      <p:grpSpPr>
        <a:xfrm>
          <a:off x="0" y="0"/>
          <a:ext cx="0" cy="0"/>
          <a:chOff x="0" y="0"/>
          <a:chExt cx="0" cy="0"/>
        </a:xfrm>
      </p:grpSpPr>
      <p:sp>
        <p:nvSpPr>
          <p:cNvPr id="432" name="Google Shape;432;p55"/>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5</a:t>
            </a:fld>
            <a:endParaRPr/>
          </a:p>
        </p:txBody>
      </p:sp>
      <p:sp>
        <p:nvSpPr>
          <p:cNvPr id="433" name="Google Shape;433;p55"/>
          <p:cNvSpPr txBox="1"/>
          <p:nvPr/>
        </p:nvSpPr>
        <p:spPr>
          <a:xfrm>
            <a:off x="455766" y="1028700"/>
            <a:ext cx="43053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sz="2600">
              <a:solidFill>
                <a:srgbClr val="141413"/>
              </a:solidFill>
              <a:latin typeface="Lora"/>
              <a:ea typeface="Lora"/>
              <a:cs typeface="Lora"/>
              <a:sym typeface="Lora"/>
            </a:endParaRPr>
          </a:p>
        </p:txBody>
      </p:sp>
      <p:sp>
        <p:nvSpPr>
          <p:cNvPr id="434" name="Google Shape;434;p55"/>
          <p:cNvSpPr txBox="1">
            <a:spLocks noGrp="1"/>
          </p:cNvSpPr>
          <p:nvPr>
            <p:ph type="title"/>
          </p:nvPr>
        </p:nvSpPr>
        <p:spPr>
          <a:xfrm>
            <a:off x="455775" y="1371605"/>
            <a:ext cx="6840600" cy="1821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Where others promise easy answers, </a:t>
            </a:r>
            <a:r>
              <a:rPr lang="en">
                <a:latin typeface="Lora SemiBold"/>
                <a:ea typeface="Lora SemiBold"/>
                <a:cs typeface="Lora SemiBold"/>
                <a:sym typeface="Lora SemiBold"/>
              </a:rPr>
              <a:t>Claude provides the cognitive power to take on harder problems.</a:t>
            </a:r>
            <a:br>
              <a:rPr lang="en">
                <a:latin typeface="Lora SemiBold"/>
                <a:ea typeface="Lora SemiBold"/>
                <a:cs typeface="Lora SemiBold"/>
                <a:sym typeface="Lora SemiBold"/>
              </a:rPr>
            </a:br>
            <a:endParaRPr>
              <a:latin typeface="Lora SemiBold"/>
              <a:ea typeface="Lora SemiBold"/>
              <a:cs typeface="Lora SemiBold"/>
              <a:sym typeface="Lora SemiBold"/>
            </a:endParaRPr>
          </a:p>
          <a:p>
            <a:pPr marL="0" lvl="0" indent="0" algn="l" rtl="0">
              <a:spcBef>
                <a:spcPts val="0"/>
              </a:spcBef>
              <a:spcAft>
                <a:spcPts val="0"/>
              </a:spcAft>
              <a:buNone/>
            </a:pPr>
            <a:r>
              <a:rPr lang="en"/>
              <a:t>Claude is the </a:t>
            </a:r>
            <a:r>
              <a:rPr lang="en">
                <a:latin typeface="Lora SemiBold"/>
                <a:ea typeface="Lora SemiBold"/>
                <a:cs typeface="Lora SemiBold"/>
                <a:sym typeface="Lora SemiBold"/>
              </a:rPr>
              <a:t>AI for problem solvers.</a:t>
            </a:r>
            <a:endParaRPr/>
          </a:p>
          <a:p>
            <a:pPr marL="0" lvl="0" indent="0" algn="l" rtl="0">
              <a:spcBef>
                <a:spcPts val="0"/>
              </a:spcBef>
              <a:spcAft>
                <a:spcPts val="0"/>
              </a:spcAft>
              <a:buNone/>
            </a:pPr>
            <a:endParaRPr/>
          </a:p>
        </p:txBody>
      </p:sp>
      <p:sp>
        <p:nvSpPr>
          <p:cNvPr id="435" name="Google Shape;435;p55"/>
          <p:cNvSpPr txBox="1">
            <a:spLocks noGrp="1"/>
          </p:cNvSpPr>
          <p:nvPr>
            <p:ph type="subTitle" idx="1"/>
          </p:nvPr>
        </p:nvSpPr>
        <p:spPr>
          <a:xfrm>
            <a:off x="455775" y="966700"/>
            <a:ext cx="3705000" cy="239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The opportunity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9"/>
        <p:cNvGrpSpPr/>
        <p:nvPr/>
      </p:nvGrpSpPr>
      <p:grpSpPr>
        <a:xfrm>
          <a:off x="0" y="0"/>
          <a:ext cx="0" cy="0"/>
          <a:chOff x="0" y="0"/>
          <a:chExt cx="0" cy="0"/>
        </a:xfrm>
      </p:grpSpPr>
      <p:sp>
        <p:nvSpPr>
          <p:cNvPr id="440" name="Google Shape;440;p56"/>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4"/>
          <p:cNvSpPr txBox="1">
            <a:spLocks noGrp="1"/>
          </p:cNvSpPr>
          <p:nvPr>
            <p:ph type="body" idx="1"/>
          </p:nvPr>
        </p:nvSpPr>
        <p:spPr>
          <a:xfrm>
            <a:off x="455775" y="2751550"/>
            <a:ext cx="1934700" cy="1593600"/>
          </a:xfrm>
          <a:prstGeom prst="rect">
            <a:avLst/>
          </a:prstGeom>
        </p:spPr>
        <p:txBody>
          <a:bodyPr spcFirstLastPara="1" wrap="square" lIns="0" tIns="0" rIns="0" bIns="0" anchor="t" anchorCtr="0">
            <a:noAutofit/>
          </a:bodyPr>
          <a:lstStyle/>
          <a:p>
            <a:pPr marL="0" lvl="0" indent="0" algn="ctr" rtl="0">
              <a:lnSpc>
                <a:spcPct val="100000"/>
              </a:lnSpc>
              <a:spcBef>
                <a:spcPts val="0"/>
              </a:spcBef>
              <a:spcAft>
                <a:spcPts val="0"/>
              </a:spcAft>
              <a:buNone/>
            </a:pPr>
            <a:r>
              <a:rPr lang="en" sz="1200" b="1"/>
              <a:t>CBC Sign-up</a:t>
            </a:r>
            <a:endParaRPr sz="1200"/>
          </a:p>
          <a:p>
            <a:pPr marL="279400" lvl="0" indent="-196850" algn="l" rtl="0">
              <a:lnSpc>
                <a:spcPct val="100000"/>
              </a:lnSpc>
              <a:spcBef>
                <a:spcPts val="1000"/>
              </a:spcBef>
              <a:spcAft>
                <a:spcPts val="0"/>
              </a:spcAft>
              <a:buClr>
                <a:schemeClr val="dk1"/>
              </a:buClr>
              <a:buSzPts val="900"/>
              <a:buChar char="●"/>
            </a:pPr>
            <a:r>
              <a:rPr lang="en" sz="900"/>
              <a:t>Sign up today to become an official member of the Claude Builder Club</a:t>
            </a:r>
            <a:endParaRPr sz="900"/>
          </a:p>
          <a:p>
            <a:pPr marL="279400" lvl="0" indent="-196850" algn="l" rtl="0">
              <a:lnSpc>
                <a:spcPct val="100000"/>
              </a:lnSpc>
              <a:spcBef>
                <a:spcPts val="1000"/>
              </a:spcBef>
              <a:spcAft>
                <a:spcPts val="0"/>
              </a:spcAft>
              <a:buClr>
                <a:schemeClr val="dk1"/>
              </a:buClr>
              <a:buSzPts val="900"/>
              <a:buChar char="●"/>
            </a:pPr>
            <a:r>
              <a:rPr lang="en" sz="900"/>
              <a:t>Get 6 months of Claude Pro free</a:t>
            </a:r>
            <a:endParaRPr sz="900"/>
          </a:p>
          <a:p>
            <a:pPr marL="279400" lvl="0" indent="-196850" algn="l" rtl="0">
              <a:lnSpc>
                <a:spcPct val="100000"/>
              </a:lnSpc>
              <a:spcBef>
                <a:spcPts val="1000"/>
              </a:spcBef>
              <a:spcAft>
                <a:spcPts val="1000"/>
              </a:spcAft>
              <a:buClr>
                <a:schemeClr val="dk1"/>
              </a:buClr>
              <a:buSzPts val="900"/>
              <a:buChar char="●"/>
            </a:pPr>
            <a:r>
              <a:rPr lang="en" sz="900"/>
              <a:t>Join member-exclusive events</a:t>
            </a:r>
            <a:endParaRPr sz="900"/>
          </a:p>
        </p:txBody>
      </p:sp>
      <p:sp>
        <p:nvSpPr>
          <p:cNvPr id="363" name="Google Shape;363;p44"/>
          <p:cNvSpPr txBox="1">
            <a:spLocks noGrp="1"/>
          </p:cNvSpPr>
          <p:nvPr>
            <p:ph type="body" idx="2"/>
          </p:nvPr>
        </p:nvSpPr>
        <p:spPr>
          <a:xfrm>
            <a:off x="2555275" y="2751550"/>
            <a:ext cx="1934700" cy="1593600"/>
          </a:xfrm>
          <a:prstGeom prst="rect">
            <a:avLst/>
          </a:prstGeom>
        </p:spPr>
        <p:txBody>
          <a:bodyPr spcFirstLastPara="1" wrap="square" lIns="0" tIns="0" rIns="0" bIns="0" anchor="t" anchorCtr="0">
            <a:noAutofit/>
          </a:bodyPr>
          <a:lstStyle/>
          <a:p>
            <a:pPr marL="0" lvl="0" indent="0" algn="ctr" rtl="0">
              <a:lnSpc>
                <a:spcPct val="100000"/>
              </a:lnSpc>
              <a:spcBef>
                <a:spcPts val="0"/>
              </a:spcBef>
              <a:spcAft>
                <a:spcPts val="0"/>
              </a:spcAft>
              <a:buNone/>
            </a:pPr>
            <a:r>
              <a:rPr lang="en" sz="1200" b="1"/>
              <a:t>CBC Check-in</a:t>
            </a:r>
            <a:endParaRPr sz="1200"/>
          </a:p>
          <a:p>
            <a:pPr marL="279400" lvl="0" indent="-196850" algn="l" rtl="0">
              <a:lnSpc>
                <a:spcPct val="100000"/>
              </a:lnSpc>
              <a:spcBef>
                <a:spcPts val="1000"/>
              </a:spcBef>
              <a:spcAft>
                <a:spcPts val="0"/>
              </a:spcAft>
              <a:buClr>
                <a:schemeClr val="dk1"/>
              </a:buClr>
              <a:buSzPts val="900"/>
              <a:buChar char="●"/>
            </a:pPr>
            <a:r>
              <a:rPr lang="en" sz="900"/>
              <a:t>Check in at CBC events</a:t>
            </a:r>
            <a:endParaRPr sz="900"/>
          </a:p>
          <a:p>
            <a:pPr marL="279400" lvl="0" indent="-196850" algn="l" rtl="0">
              <a:lnSpc>
                <a:spcPct val="100000"/>
              </a:lnSpc>
              <a:spcBef>
                <a:spcPts val="1000"/>
              </a:spcBef>
              <a:spcAft>
                <a:spcPts val="0"/>
              </a:spcAft>
              <a:buClr>
                <a:schemeClr val="dk1"/>
              </a:buClr>
              <a:buSzPts val="900"/>
              <a:buChar char="●"/>
            </a:pPr>
            <a:r>
              <a:rPr lang="en" sz="900"/>
              <a:t>Receive $50 in Claude API credits (one-time offer)*</a:t>
            </a:r>
            <a:endParaRPr sz="900"/>
          </a:p>
          <a:p>
            <a:pPr marL="0" lvl="0" indent="0" algn="l" rtl="0">
              <a:lnSpc>
                <a:spcPct val="100000"/>
              </a:lnSpc>
              <a:spcBef>
                <a:spcPts val="1000"/>
              </a:spcBef>
              <a:spcAft>
                <a:spcPts val="1000"/>
              </a:spcAft>
              <a:buNone/>
            </a:pPr>
            <a:endParaRPr sz="900"/>
          </a:p>
        </p:txBody>
      </p:sp>
      <p:sp>
        <p:nvSpPr>
          <p:cNvPr id="364" name="Google Shape;364;p44"/>
          <p:cNvSpPr txBox="1">
            <a:spLocks noGrp="1"/>
          </p:cNvSpPr>
          <p:nvPr>
            <p:ph type="title"/>
          </p:nvPr>
        </p:nvSpPr>
        <p:spPr>
          <a:xfrm>
            <a:off x="456900" y="191649"/>
            <a:ext cx="8230200" cy="914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a:t>Join the Claude Builder Club</a:t>
            </a:r>
            <a:endParaRPr/>
          </a:p>
          <a:p>
            <a:pPr marL="0" lvl="0" indent="0" algn="ctr" rtl="0">
              <a:lnSpc>
                <a:spcPct val="100000"/>
              </a:lnSpc>
              <a:spcBef>
                <a:spcPts val="1300"/>
              </a:spcBef>
              <a:spcAft>
                <a:spcPts val="0"/>
              </a:spcAft>
              <a:buNone/>
            </a:pPr>
            <a:r>
              <a:rPr lang="en" sz="1100">
                <a:latin typeface="Lora"/>
                <a:ea typeface="Lora"/>
                <a:cs typeface="Lora"/>
                <a:sym typeface="Lora"/>
              </a:rPr>
              <a:t>CBC is run by the Cambridge University AI Builder Club (CUABC).</a:t>
            </a:r>
            <a:endParaRPr sz="1100">
              <a:latin typeface="Lora"/>
              <a:ea typeface="Lora"/>
              <a:cs typeface="Lora"/>
              <a:sym typeface="Lora"/>
            </a:endParaRPr>
          </a:p>
          <a:p>
            <a:pPr marL="0" lvl="0" indent="0" algn="ctr" rtl="0">
              <a:lnSpc>
                <a:spcPct val="100000"/>
              </a:lnSpc>
              <a:spcBef>
                <a:spcPts val="1000"/>
              </a:spcBef>
              <a:spcAft>
                <a:spcPts val="1000"/>
              </a:spcAft>
              <a:buNone/>
            </a:pPr>
            <a:r>
              <a:rPr lang="en" sz="1100">
                <a:latin typeface="Lora"/>
                <a:ea typeface="Lora"/>
                <a:cs typeface="Lora"/>
                <a:sym typeface="Lora"/>
              </a:rPr>
              <a:t>To receive benefits and event notifications, you'll need to sign up for both the society and CBC using the QR codes below.</a:t>
            </a:r>
            <a:endParaRPr sz="1100">
              <a:latin typeface="Lora"/>
              <a:ea typeface="Lora"/>
              <a:cs typeface="Lora"/>
              <a:sym typeface="Lora"/>
            </a:endParaRPr>
          </a:p>
        </p:txBody>
      </p:sp>
      <p:sp>
        <p:nvSpPr>
          <p:cNvPr id="365" name="Google Shape;365;p44"/>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7</a:t>
            </a:fld>
            <a:endParaRPr/>
          </a:p>
        </p:txBody>
      </p:sp>
      <p:sp>
        <p:nvSpPr>
          <p:cNvPr id="366" name="Google Shape;366;p44"/>
          <p:cNvSpPr txBox="1">
            <a:spLocks noGrp="1"/>
          </p:cNvSpPr>
          <p:nvPr>
            <p:ph type="body" idx="6"/>
          </p:nvPr>
        </p:nvSpPr>
        <p:spPr>
          <a:xfrm>
            <a:off x="4677769" y="2746969"/>
            <a:ext cx="1910100" cy="1593600"/>
          </a:xfrm>
          <a:prstGeom prst="rect">
            <a:avLst/>
          </a:prstGeom>
        </p:spPr>
        <p:txBody>
          <a:bodyPr spcFirstLastPara="1" wrap="square" lIns="0" tIns="0" rIns="0" bIns="0" anchor="t" anchorCtr="0">
            <a:noAutofit/>
          </a:bodyPr>
          <a:lstStyle/>
          <a:p>
            <a:pPr marL="0" lvl="0" indent="0" algn="ctr" rtl="0">
              <a:lnSpc>
                <a:spcPct val="100000"/>
              </a:lnSpc>
              <a:spcBef>
                <a:spcPts val="0"/>
              </a:spcBef>
              <a:spcAft>
                <a:spcPts val="0"/>
              </a:spcAft>
              <a:buNone/>
            </a:pPr>
            <a:r>
              <a:rPr lang="en" sz="1200" b="1"/>
              <a:t>CUABC Sign-up</a:t>
            </a:r>
            <a:endParaRPr sz="1200"/>
          </a:p>
          <a:p>
            <a:pPr marL="279400" lvl="0" indent="-196850" algn="l" rtl="0">
              <a:lnSpc>
                <a:spcPct val="100000"/>
              </a:lnSpc>
              <a:spcBef>
                <a:spcPts val="1000"/>
              </a:spcBef>
              <a:spcAft>
                <a:spcPts val="0"/>
              </a:spcAft>
              <a:buClr>
                <a:schemeClr val="dk1"/>
              </a:buClr>
              <a:buSzPts val="900"/>
              <a:buChar char="●"/>
            </a:pPr>
            <a:r>
              <a:rPr lang="en" sz="900"/>
              <a:t>Sign up today to join CUABC and access community events, workshops, and learning opportunities</a:t>
            </a:r>
            <a:endParaRPr sz="900"/>
          </a:p>
          <a:p>
            <a:pPr marL="279400" lvl="0" indent="-196850" algn="l" rtl="0">
              <a:lnSpc>
                <a:spcPct val="100000"/>
              </a:lnSpc>
              <a:spcBef>
                <a:spcPts val="1000"/>
              </a:spcBef>
              <a:spcAft>
                <a:spcPts val="1000"/>
              </a:spcAft>
              <a:buClr>
                <a:schemeClr val="dk1"/>
              </a:buClr>
              <a:buSzPts val="900"/>
              <a:buChar char="●"/>
            </a:pPr>
            <a:r>
              <a:rPr lang="en" sz="900"/>
              <a:t>Sign up and join our Discord channel for event updates and announcements</a:t>
            </a:r>
            <a:endParaRPr sz="900"/>
          </a:p>
        </p:txBody>
      </p:sp>
      <p:sp>
        <p:nvSpPr>
          <p:cNvPr id="367" name="Google Shape;367;p44"/>
          <p:cNvSpPr txBox="1">
            <a:spLocks noGrp="1"/>
          </p:cNvSpPr>
          <p:nvPr>
            <p:ph type="body" idx="8"/>
          </p:nvPr>
        </p:nvSpPr>
        <p:spPr>
          <a:xfrm>
            <a:off x="6752950" y="2751550"/>
            <a:ext cx="1934700" cy="1593600"/>
          </a:xfrm>
          <a:prstGeom prst="rect">
            <a:avLst/>
          </a:prstGeom>
        </p:spPr>
        <p:txBody>
          <a:bodyPr spcFirstLastPara="1" wrap="square" lIns="0" tIns="0" rIns="0" bIns="0" anchor="t" anchorCtr="0">
            <a:noAutofit/>
          </a:bodyPr>
          <a:lstStyle/>
          <a:p>
            <a:pPr marL="0" lvl="0" indent="0" algn="ctr" rtl="0">
              <a:lnSpc>
                <a:spcPct val="100000"/>
              </a:lnSpc>
              <a:spcBef>
                <a:spcPts val="0"/>
              </a:spcBef>
              <a:spcAft>
                <a:spcPts val="0"/>
              </a:spcAft>
              <a:buNone/>
            </a:pPr>
            <a:r>
              <a:rPr lang="en" sz="1200" b="1"/>
              <a:t>CUABC Instagram</a:t>
            </a:r>
            <a:endParaRPr sz="1200"/>
          </a:p>
          <a:p>
            <a:pPr marL="279400" lvl="0" indent="-196850" algn="l" rtl="0">
              <a:lnSpc>
                <a:spcPct val="100000"/>
              </a:lnSpc>
              <a:spcBef>
                <a:spcPts val="1000"/>
              </a:spcBef>
              <a:spcAft>
                <a:spcPts val="0"/>
              </a:spcAft>
              <a:buClr>
                <a:schemeClr val="dk1"/>
              </a:buClr>
              <a:buSzPts val="900"/>
              <a:buChar char="●"/>
            </a:pPr>
            <a:r>
              <a:rPr lang="en" sz="900"/>
              <a:t>Follow us on Instagram to stay informed about CBC events and news</a:t>
            </a:r>
            <a:endParaRPr sz="900"/>
          </a:p>
          <a:p>
            <a:pPr marL="279400" lvl="0" indent="0" algn="l" rtl="0">
              <a:lnSpc>
                <a:spcPct val="100000"/>
              </a:lnSpc>
              <a:spcBef>
                <a:spcPts val="1000"/>
              </a:spcBef>
              <a:spcAft>
                <a:spcPts val="1000"/>
              </a:spcAft>
              <a:buNone/>
            </a:pPr>
            <a:endParaRPr sz="900"/>
          </a:p>
        </p:txBody>
      </p:sp>
      <p:pic>
        <p:nvPicPr>
          <p:cNvPr id="368" name="Google Shape;368;p44" title="adobe-express-qr-code.png"/>
          <p:cNvPicPr preferRelativeResize="0"/>
          <p:nvPr/>
        </p:nvPicPr>
        <p:blipFill>
          <a:blip r:embed="rId3">
            <a:alphaModFix/>
          </a:blip>
          <a:stretch>
            <a:fillRect/>
          </a:stretch>
        </p:blipFill>
        <p:spPr>
          <a:xfrm>
            <a:off x="872550" y="1432296"/>
            <a:ext cx="1101125" cy="1101125"/>
          </a:xfrm>
          <a:prstGeom prst="rect">
            <a:avLst/>
          </a:prstGeom>
          <a:noFill/>
          <a:ln>
            <a:noFill/>
          </a:ln>
        </p:spPr>
      </p:pic>
      <p:pic>
        <p:nvPicPr>
          <p:cNvPr id="369" name="Google Shape;369;p44" title="adobe-express-qr-code (1).png"/>
          <p:cNvPicPr preferRelativeResize="0"/>
          <p:nvPr/>
        </p:nvPicPr>
        <p:blipFill>
          <a:blip r:embed="rId4">
            <a:alphaModFix/>
          </a:blip>
          <a:stretch>
            <a:fillRect/>
          </a:stretch>
        </p:blipFill>
        <p:spPr>
          <a:xfrm>
            <a:off x="2977400" y="1432300"/>
            <a:ext cx="1101125" cy="1101125"/>
          </a:xfrm>
          <a:prstGeom prst="rect">
            <a:avLst/>
          </a:prstGeom>
          <a:noFill/>
          <a:ln>
            <a:noFill/>
          </a:ln>
        </p:spPr>
      </p:pic>
      <p:pic>
        <p:nvPicPr>
          <p:cNvPr id="370" name="Google Shape;370;p44" title="adobe-express-qr-code (2).png"/>
          <p:cNvPicPr preferRelativeResize="0"/>
          <p:nvPr/>
        </p:nvPicPr>
        <p:blipFill>
          <a:blip r:embed="rId5">
            <a:alphaModFix/>
          </a:blip>
          <a:stretch>
            <a:fillRect/>
          </a:stretch>
        </p:blipFill>
        <p:spPr>
          <a:xfrm>
            <a:off x="5084925" y="1432300"/>
            <a:ext cx="1101125" cy="1101125"/>
          </a:xfrm>
          <a:prstGeom prst="rect">
            <a:avLst/>
          </a:prstGeom>
          <a:noFill/>
          <a:ln>
            <a:noFill/>
          </a:ln>
        </p:spPr>
      </p:pic>
      <p:pic>
        <p:nvPicPr>
          <p:cNvPr id="371" name="Google Shape;371;p44" title="adobe-express-qr-code (3).png"/>
          <p:cNvPicPr preferRelativeResize="0"/>
          <p:nvPr/>
        </p:nvPicPr>
        <p:blipFill>
          <a:blip r:embed="rId6">
            <a:alphaModFix/>
          </a:blip>
          <a:stretch>
            <a:fillRect/>
          </a:stretch>
        </p:blipFill>
        <p:spPr>
          <a:xfrm>
            <a:off x="7192475" y="1432300"/>
            <a:ext cx="1101125" cy="1101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459"/>
        <p:cNvGrpSpPr/>
        <p:nvPr/>
      </p:nvGrpSpPr>
      <p:grpSpPr>
        <a:xfrm>
          <a:off x="0" y="0"/>
          <a:ext cx="0" cy="0"/>
          <a:chOff x="0" y="0"/>
          <a:chExt cx="0" cy="0"/>
        </a:xfrm>
      </p:grpSpPr>
      <p:sp>
        <p:nvSpPr>
          <p:cNvPr id="460" name="Google Shape;460;p58"/>
          <p:cNvSpPr txBox="1">
            <a:spLocks noGrp="1"/>
          </p:cNvSpPr>
          <p:nvPr>
            <p:ph type="ctrTitle"/>
          </p:nvPr>
        </p:nvSpPr>
        <p:spPr>
          <a:xfrm>
            <a:off x="455775" y="1776997"/>
            <a:ext cx="6402300" cy="165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What is MCP?</a:t>
            </a:r>
            <a:endParaRPr dirty="0"/>
          </a:p>
        </p:txBody>
      </p:sp>
      <p:sp>
        <p:nvSpPr>
          <p:cNvPr id="461" name="Google Shape;461;p58"/>
          <p:cNvSpPr txBox="1">
            <a:spLocks noGrp="1"/>
          </p:cNvSpPr>
          <p:nvPr>
            <p:ph type="subTitle" idx="1"/>
          </p:nvPr>
        </p:nvSpPr>
        <p:spPr>
          <a:xfrm>
            <a:off x="474091" y="1314597"/>
            <a:ext cx="4817755" cy="320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Claude Builder Club – Model Context Protocol Workshop</a:t>
            </a:r>
            <a:endParaRPr dirty="0"/>
          </a:p>
        </p:txBody>
      </p:sp>
      <p:sp>
        <p:nvSpPr>
          <p:cNvPr id="462" name="Google Shape;462;p58"/>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Shape 474"/>
        <p:cNvGrpSpPr/>
        <p:nvPr/>
      </p:nvGrpSpPr>
      <p:grpSpPr>
        <a:xfrm>
          <a:off x="0" y="0"/>
          <a:ext cx="0" cy="0"/>
          <a:chOff x="0" y="0"/>
          <a:chExt cx="0" cy="0"/>
        </a:xfrm>
      </p:grpSpPr>
      <p:sp>
        <p:nvSpPr>
          <p:cNvPr id="475" name="Google Shape;475;p60"/>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en"/>
              <a:t>9</a:t>
            </a:fld>
            <a:endParaRPr/>
          </a:p>
        </p:txBody>
      </p:sp>
      <p:sp>
        <p:nvSpPr>
          <p:cNvPr id="476" name="Google Shape;476;p60"/>
          <p:cNvSpPr txBox="1">
            <a:spLocks noGrp="1"/>
          </p:cNvSpPr>
          <p:nvPr>
            <p:ph type="title"/>
          </p:nvPr>
        </p:nvSpPr>
        <p:spPr>
          <a:xfrm>
            <a:off x="455765" y="512177"/>
            <a:ext cx="7926900" cy="786900"/>
          </a:xfrm>
          <a:prstGeom prst="rect">
            <a:avLst/>
          </a:prstGeom>
        </p:spPr>
        <p:txBody>
          <a:bodyPr spcFirstLastPara="1" wrap="square" lIns="66175" tIns="66175" rIns="66175" bIns="66175" anchor="t" anchorCtr="0">
            <a:noAutofit/>
          </a:bodyPr>
          <a:lstStyle/>
          <a:p>
            <a:pPr marL="0" lvl="0" indent="0" algn="l" rtl="0">
              <a:spcBef>
                <a:spcPts val="0"/>
              </a:spcBef>
              <a:spcAft>
                <a:spcPts val="0"/>
              </a:spcAft>
              <a:buNone/>
            </a:pPr>
            <a:r>
              <a:rPr lang="en-US" sz="2437" dirty="0"/>
              <a:t>Model Context Protocol</a:t>
            </a:r>
            <a:endParaRPr sz="2437" dirty="0"/>
          </a:p>
          <a:p>
            <a:pPr marL="0" lvl="0" indent="0" algn="l" rtl="0">
              <a:spcBef>
                <a:spcPts val="0"/>
              </a:spcBef>
              <a:spcAft>
                <a:spcPts val="0"/>
              </a:spcAft>
              <a:buNone/>
            </a:pPr>
            <a:endParaRPr sz="1737" dirty="0"/>
          </a:p>
          <a:p>
            <a:pPr marL="0" lvl="0" indent="0" algn="l" rtl="0">
              <a:spcBef>
                <a:spcPts val="0"/>
              </a:spcBef>
              <a:spcAft>
                <a:spcPts val="0"/>
              </a:spcAft>
              <a:buNone/>
            </a:pPr>
            <a:endParaRPr sz="1737" dirty="0"/>
          </a:p>
        </p:txBody>
      </p:sp>
      <p:sp>
        <p:nvSpPr>
          <p:cNvPr id="477" name="Google Shape;477;p60"/>
          <p:cNvSpPr txBox="1">
            <a:spLocks noGrp="1"/>
          </p:cNvSpPr>
          <p:nvPr>
            <p:ph type="body" idx="1"/>
          </p:nvPr>
        </p:nvSpPr>
        <p:spPr>
          <a:xfrm>
            <a:off x="432917" y="1204844"/>
            <a:ext cx="3562810" cy="1002900"/>
          </a:xfrm>
          <a:prstGeom prst="rect">
            <a:avLst/>
          </a:prstGeom>
        </p:spPr>
        <p:txBody>
          <a:bodyPr spcFirstLastPara="1" wrap="square" lIns="66175" tIns="66175" rIns="66175" bIns="66175" anchor="t" anchorCtr="0">
            <a:noAutofit/>
          </a:bodyPr>
          <a:lstStyle/>
          <a:p>
            <a:pPr marL="0" lvl="0" indent="0" algn="l" rtl="0">
              <a:spcBef>
                <a:spcPts val="0"/>
              </a:spcBef>
              <a:spcAft>
                <a:spcPts val="0"/>
              </a:spcAft>
              <a:buNone/>
            </a:pPr>
            <a:r>
              <a:rPr lang="en-GB" b="1" dirty="0"/>
              <a:t>The Problem MCP Solves</a:t>
            </a:r>
            <a:r>
              <a:rPr lang="en-GB" b="1" dirty="0">
                <a:solidFill>
                  <a:schemeClr val="dk1"/>
                </a:solidFill>
              </a:rPr>
              <a:t>:</a:t>
            </a:r>
            <a:endParaRPr lang="en-GB" dirty="0"/>
          </a:p>
          <a:p>
            <a:pPr marL="61683" lvl="0" indent="0" algn="l" rtl="0">
              <a:lnSpc>
                <a:spcPct val="120000"/>
              </a:lnSpc>
              <a:spcBef>
                <a:spcPts val="724"/>
              </a:spcBef>
              <a:spcAft>
                <a:spcPts val="724"/>
              </a:spcAft>
              <a:buClr>
                <a:schemeClr val="dk2"/>
              </a:buClr>
              <a:buSzPts val="1200"/>
              <a:buNone/>
            </a:pPr>
            <a:r>
              <a:rPr lang="en-GB" sz="1200" dirty="0"/>
              <a:t>AI assistants were isolated from data - trapped behind information silos and legacy systems, with every new data source requiring its own custom implementation, making truly connected systems difficult to scale.</a:t>
            </a:r>
            <a:endParaRPr lang="en-GB" sz="1158" dirty="0">
              <a:highlight>
                <a:srgbClr val="FFFF00"/>
              </a:highlight>
            </a:endParaRPr>
          </a:p>
        </p:txBody>
      </p:sp>
      <p:sp>
        <p:nvSpPr>
          <p:cNvPr id="479" name="Google Shape;479;p60"/>
          <p:cNvSpPr txBox="1">
            <a:spLocks noGrp="1"/>
          </p:cNvSpPr>
          <p:nvPr>
            <p:ph type="body" idx="1"/>
          </p:nvPr>
        </p:nvSpPr>
        <p:spPr>
          <a:xfrm>
            <a:off x="432917" y="2935757"/>
            <a:ext cx="3562809" cy="1002900"/>
          </a:xfrm>
          <a:prstGeom prst="rect">
            <a:avLst/>
          </a:prstGeom>
        </p:spPr>
        <p:txBody>
          <a:bodyPr spcFirstLastPara="1" wrap="square" lIns="66175" tIns="66175" rIns="66175" bIns="66175" anchor="t" anchorCtr="0">
            <a:noAutofit/>
          </a:bodyPr>
          <a:lstStyle/>
          <a:p>
            <a:pPr marL="0" lvl="0" indent="0" algn="l" rtl="0">
              <a:spcBef>
                <a:spcPts val="0"/>
              </a:spcBef>
              <a:spcAft>
                <a:spcPts val="0"/>
              </a:spcAft>
              <a:buNone/>
            </a:pPr>
            <a:r>
              <a:rPr lang="en-GB" b="1" dirty="0"/>
              <a:t>Simple Analogy</a:t>
            </a:r>
            <a:r>
              <a:rPr lang="en-GB" b="1" dirty="0">
                <a:solidFill>
                  <a:schemeClr val="dk1"/>
                </a:solidFill>
              </a:rPr>
              <a:t>:</a:t>
            </a:r>
            <a:endParaRPr lang="en-GB" dirty="0"/>
          </a:p>
          <a:p>
            <a:pPr marL="61683" lvl="0" indent="0" algn="l" rtl="0">
              <a:lnSpc>
                <a:spcPct val="120000"/>
              </a:lnSpc>
              <a:spcBef>
                <a:spcPts val="724"/>
              </a:spcBef>
              <a:spcAft>
                <a:spcPts val="724"/>
              </a:spcAft>
              <a:buClr>
                <a:schemeClr val="dk2"/>
              </a:buClr>
              <a:buSzPts val="1200"/>
              <a:buNone/>
            </a:pPr>
            <a:r>
              <a:rPr lang="en-GB" sz="1200" dirty="0"/>
              <a:t>MCP is like a USB-C port for AI applications - just as USB-C provides a standardized way to connect devices to various peripherals, MCP provides a standardized way to connect AI models to different data sources and tools.</a:t>
            </a:r>
            <a:endParaRPr lang="en-GB" sz="1158" dirty="0">
              <a:highlight>
                <a:srgbClr val="FFFF00"/>
              </a:highlight>
            </a:endParaRPr>
          </a:p>
        </p:txBody>
      </p:sp>
      <p:pic>
        <p:nvPicPr>
          <p:cNvPr id="2" name="Picture 1">
            <a:extLst>
              <a:ext uri="{FF2B5EF4-FFF2-40B4-BE49-F238E27FC236}">
                <a16:creationId xmlns:a16="http://schemas.microsoft.com/office/drawing/2014/main" id="{4B6ED8DF-7CE0-AAC6-AD0F-F2FDC59AD2B1}"/>
              </a:ext>
            </a:extLst>
          </p:cNvPr>
          <p:cNvPicPr>
            <a:picLocks noChangeAspect="1"/>
          </p:cNvPicPr>
          <p:nvPr/>
        </p:nvPicPr>
        <p:blipFill>
          <a:blip r:embed="rId3"/>
          <a:stretch>
            <a:fillRect/>
          </a:stretch>
        </p:blipFill>
        <p:spPr>
          <a:xfrm>
            <a:off x="3995727" y="905627"/>
            <a:ext cx="4260998" cy="37256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9"/>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10</a:t>
            </a:fld>
            <a:endParaRPr/>
          </a:p>
        </p:txBody>
      </p:sp>
      <p:sp>
        <p:nvSpPr>
          <p:cNvPr id="468" name="Google Shape;468;p59"/>
          <p:cNvSpPr txBox="1">
            <a:spLocks noGrp="1"/>
          </p:cNvSpPr>
          <p:nvPr>
            <p:ph type="title"/>
          </p:nvPr>
        </p:nvSpPr>
        <p:spPr>
          <a:xfrm>
            <a:off x="455775" y="457206"/>
            <a:ext cx="2634300" cy="3887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What is MCP?</a:t>
            </a:r>
            <a:endParaRPr dirty="0"/>
          </a:p>
          <a:p>
            <a:pPr marL="0" lvl="0" indent="0" algn="l" rtl="0">
              <a:lnSpc>
                <a:spcPct val="115000"/>
              </a:lnSpc>
              <a:spcBef>
                <a:spcPts val="1300"/>
              </a:spcBef>
              <a:spcAft>
                <a:spcPts val="0"/>
              </a:spcAft>
              <a:buNone/>
            </a:pPr>
            <a:r>
              <a:rPr lang="en-GB" sz="1400" dirty="0">
                <a:solidFill>
                  <a:srgbClr val="000000"/>
                </a:solidFill>
                <a:latin typeface="Lora"/>
                <a:ea typeface="Lora"/>
                <a:cs typeface="Lora"/>
                <a:sym typeface="Lora"/>
              </a:rPr>
              <a:t>The </a:t>
            </a:r>
            <a:r>
              <a:rPr lang="en-GB" sz="1400" b="1" dirty="0">
                <a:solidFill>
                  <a:srgbClr val="000000"/>
                </a:solidFill>
                <a:latin typeface="Lora"/>
                <a:ea typeface="Lora"/>
                <a:cs typeface="Lora"/>
                <a:sym typeface="Lora"/>
              </a:rPr>
              <a:t>Model Context Protocol (MCP) </a:t>
            </a:r>
            <a:r>
              <a:rPr lang="en-GB" sz="1400" dirty="0">
                <a:solidFill>
                  <a:srgbClr val="000000"/>
                </a:solidFill>
                <a:latin typeface="Lora"/>
                <a:ea typeface="Lora"/>
                <a:cs typeface="Lora"/>
                <a:sym typeface="Lora"/>
              </a:rPr>
              <a:t>is an open standard that allows </a:t>
            </a:r>
            <a:r>
              <a:rPr lang="en-GB" sz="1400" b="1" dirty="0">
                <a:solidFill>
                  <a:srgbClr val="000000"/>
                </a:solidFill>
                <a:latin typeface="Lora"/>
                <a:ea typeface="Lora"/>
                <a:cs typeface="Lora"/>
                <a:sym typeface="Lora"/>
              </a:rPr>
              <a:t>large language models (LLMs) </a:t>
            </a:r>
            <a:r>
              <a:rPr lang="en-GB" sz="1400" dirty="0">
                <a:solidFill>
                  <a:srgbClr val="000000"/>
                </a:solidFill>
                <a:latin typeface="Lora"/>
                <a:ea typeface="Lora"/>
                <a:cs typeface="Lora"/>
                <a:sym typeface="Lora"/>
              </a:rPr>
              <a:t>to </a:t>
            </a:r>
            <a:r>
              <a:rPr lang="en-GB" sz="1400" b="1" dirty="0">
                <a:solidFill>
                  <a:srgbClr val="000000"/>
                </a:solidFill>
                <a:latin typeface="Lora"/>
                <a:ea typeface="Lora"/>
                <a:cs typeface="Lora"/>
                <a:sym typeface="Lora"/>
              </a:rPr>
              <a:t>communicate with external data, tools, and applications</a:t>
            </a:r>
            <a:r>
              <a:rPr lang="en-GB" sz="1400" dirty="0">
                <a:solidFill>
                  <a:srgbClr val="000000"/>
                </a:solidFill>
                <a:latin typeface="Lora"/>
                <a:ea typeface="Lora"/>
                <a:cs typeface="Lora"/>
                <a:sym typeface="Lora"/>
              </a:rPr>
              <a:t>. It acts as a </a:t>
            </a:r>
            <a:r>
              <a:rPr lang="en-GB" sz="1400" b="1" dirty="0">
                <a:solidFill>
                  <a:srgbClr val="000000"/>
                </a:solidFill>
                <a:latin typeface="Lora"/>
                <a:ea typeface="Lora"/>
                <a:cs typeface="Lora"/>
                <a:sym typeface="Lora"/>
              </a:rPr>
              <a:t>standardised interface</a:t>
            </a:r>
            <a:r>
              <a:rPr lang="en-GB" sz="1400" dirty="0">
                <a:solidFill>
                  <a:srgbClr val="000000"/>
                </a:solidFill>
                <a:latin typeface="Lora"/>
                <a:ea typeface="Lora"/>
                <a:cs typeface="Lora"/>
                <a:sym typeface="Lora"/>
              </a:rPr>
              <a:t>, enabling AI agents to access resources like databases, search engines, and local files, so they can perform tasks beyond their initial training data. </a:t>
            </a:r>
            <a:endParaRPr lang="en-GB" sz="1400" dirty="0">
              <a:latin typeface="Lora"/>
              <a:ea typeface="Lora"/>
              <a:cs typeface="Lora"/>
              <a:sym typeface="Lora"/>
            </a:endParaRPr>
          </a:p>
        </p:txBody>
      </p:sp>
      <p:sp>
        <p:nvSpPr>
          <p:cNvPr id="469" name="Google Shape;469;p59"/>
          <p:cNvSpPr/>
          <p:nvPr/>
        </p:nvSpPr>
        <p:spPr>
          <a:xfrm>
            <a:off x="4028100" y="510900"/>
            <a:ext cx="4658700" cy="3834000"/>
          </a:xfrm>
          <a:prstGeom prst="roundRect">
            <a:avLst>
              <a:gd name="adj" fmla="val 7675"/>
            </a:avLst>
          </a:prstGeom>
          <a:solidFill>
            <a:schemeClr val="lt1"/>
          </a:solidFill>
          <a:ln>
            <a:noFill/>
          </a:ln>
        </p:spPr>
        <p:txBody>
          <a:bodyPr spcFirstLastPara="1" wrap="square" lIns="94125" tIns="94125" rIns="94125" bIns="94125" anchor="ctr" anchorCtr="0">
            <a:noAutofit/>
          </a:bodyPr>
          <a:lstStyle/>
          <a:p>
            <a:pPr marL="0" lvl="0" indent="0" algn="ctr" rtl="0">
              <a:spcBef>
                <a:spcPts val="0"/>
              </a:spcBef>
              <a:spcAft>
                <a:spcPts val="0"/>
              </a:spcAft>
              <a:buNone/>
            </a:pPr>
            <a:endParaRPr sz="1441">
              <a:latin typeface="Lora"/>
              <a:ea typeface="Lora"/>
              <a:cs typeface="Lora"/>
              <a:sym typeface="Lora"/>
            </a:endParaRPr>
          </a:p>
        </p:txBody>
      </p:sp>
      <p:pic>
        <p:nvPicPr>
          <p:cNvPr id="3" name="Picture 2" descr="A diagram of a computer application&#10;&#10;AI-generated content may be incorrect.">
            <a:extLst>
              <a:ext uri="{FF2B5EF4-FFF2-40B4-BE49-F238E27FC236}">
                <a16:creationId xmlns:a16="http://schemas.microsoft.com/office/drawing/2014/main" id="{F676D579-CFF0-4896-203B-75FB34E36427}"/>
              </a:ext>
            </a:extLst>
          </p:cNvPr>
          <p:cNvPicPr>
            <a:picLocks noChangeAspect="1"/>
          </p:cNvPicPr>
          <p:nvPr/>
        </p:nvPicPr>
        <p:blipFill>
          <a:blip r:embed="rId3"/>
          <a:stretch>
            <a:fillRect/>
          </a:stretch>
        </p:blipFill>
        <p:spPr>
          <a:xfrm>
            <a:off x="3939703" y="145786"/>
            <a:ext cx="4747098" cy="441031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D3BA795B-BF55-B859-F518-058086025EC0}"/>
            </a:ext>
          </a:extLst>
        </p:cNvPr>
        <p:cNvGrpSpPr/>
        <p:nvPr/>
      </p:nvGrpSpPr>
      <p:grpSpPr>
        <a:xfrm>
          <a:off x="0" y="0"/>
          <a:ext cx="0" cy="0"/>
          <a:chOff x="0" y="0"/>
          <a:chExt cx="0" cy="0"/>
        </a:xfrm>
      </p:grpSpPr>
      <p:sp>
        <p:nvSpPr>
          <p:cNvPr id="475" name="Google Shape;475;p60">
            <a:extLst>
              <a:ext uri="{FF2B5EF4-FFF2-40B4-BE49-F238E27FC236}">
                <a16:creationId xmlns:a16="http://schemas.microsoft.com/office/drawing/2014/main" id="{047B1FF9-F9C2-ACEA-97C5-765DA375689D}"/>
              </a:ext>
            </a:extLst>
          </p:cNvPr>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en"/>
              <a:t>11</a:t>
            </a:fld>
            <a:endParaRPr/>
          </a:p>
        </p:txBody>
      </p:sp>
      <p:sp>
        <p:nvSpPr>
          <p:cNvPr id="476" name="Google Shape;476;p60">
            <a:extLst>
              <a:ext uri="{FF2B5EF4-FFF2-40B4-BE49-F238E27FC236}">
                <a16:creationId xmlns:a16="http://schemas.microsoft.com/office/drawing/2014/main" id="{7BA7172D-028C-C420-F805-8BAC9B855B4E}"/>
              </a:ext>
            </a:extLst>
          </p:cNvPr>
          <p:cNvSpPr txBox="1">
            <a:spLocks noGrp="1"/>
          </p:cNvSpPr>
          <p:nvPr>
            <p:ph type="title"/>
          </p:nvPr>
        </p:nvSpPr>
        <p:spPr>
          <a:xfrm>
            <a:off x="455765" y="512177"/>
            <a:ext cx="7926900" cy="786900"/>
          </a:xfrm>
          <a:prstGeom prst="rect">
            <a:avLst/>
          </a:prstGeom>
        </p:spPr>
        <p:txBody>
          <a:bodyPr spcFirstLastPara="1" wrap="square" lIns="66175" tIns="66175" rIns="66175" bIns="66175" anchor="t" anchorCtr="0">
            <a:noAutofit/>
          </a:bodyPr>
          <a:lstStyle/>
          <a:p>
            <a:pPr marL="0" lvl="0" indent="0" algn="l" rtl="0">
              <a:spcBef>
                <a:spcPts val="0"/>
              </a:spcBef>
              <a:spcAft>
                <a:spcPts val="0"/>
              </a:spcAft>
              <a:buNone/>
            </a:pPr>
            <a:r>
              <a:rPr lang="en-US" sz="2437" dirty="0"/>
              <a:t>MCP Architecture </a:t>
            </a:r>
            <a:endParaRPr sz="2437" dirty="0"/>
          </a:p>
          <a:p>
            <a:pPr marL="0" lvl="0" indent="0" algn="l" rtl="0">
              <a:spcBef>
                <a:spcPts val="0"/>
              </a:spcBef>
              <a:spcAft>
                <a:spcPts val="0"/>
              </a:spcAft>
              <a:buNone/>
            </a:pPr>
            <a:endParaRPr sz="1737" dirty="0"/>
          </a:p>
          <a:p>
            <a:pPr marL="0" lvl="0" indent="0" algn="l" rtl="0">
              <a:spcBef>
                <a:spcPts val="0"/>
              </a:spcBef>
              <a:spcAft>
                <a:spcPts val="0"/>
              </a:spcAft>
              <a:buNone/>
            </a:pPr>
            <a:endParaRPr sz="1737" dirty="0"/>
          </a:p>
        </p:txBody>
      </p:sp>
      <p:sp>
        <p:nvSpPr>
          <p:cNvPr id="477" name="Google Shape;477;p60">
            <a:extLst>
              <a:ext uri="{FF2B5EF4-FFF2-40B4-BE49-F238E27FC236}">
                <a16:creationId xmlns:a16="http://schemas.microsoft.com/office/drawing/2014/main" id="{285187AD-D0D6-E668-49CD-AD3B3A818A45}"/>
              </a:ext>
            </a:extLst>
          </p:cNvPr>
          <p:cNvSpPr txBox="1">
            <a:spLocks noGrp="1"/>
          </p:cNvSpPr>
          <p:nvPr>
            <p:ph type="body" idx="1"/>
          </p:nvPr>
        </p:nvSpPr>
        <p:spPr>
          <a:xfrm>
            <a:off x="455764" y="1150844"/>
            <a:ext cx="3908971" cy="1002900"/>
          </a:xfrm>
          <a:prstGeom prst="rect">
            <a:avLst/>
          </a:prstGeom>
        </p:spPr>
        <p:txBody>
          <a:bodyPr spcFirstLastPara="1" wrap="square" lIns="66175" tIns="66175" rIns="66175" bIns="66175" anchor="t" anchorCtr="0">
            <a:noAutofit/>
          </a:bodyPr>
          <a:lstStyle/>
          <a:p>
            <a:pPr marL="0" lvl="0" indent="0" algn="l" rtl="0">
              <a:spcBef>
                <a:spcPts val="0"/>
              </a:spcBef>
              <a:spcAft>
                <a:spcPts val="0"/>
              </a:spcAft>
              <a:buNone/>
            </a:pPr>
            <a:r>
              <a:rPr lang="en-GB" b="1" dirty="0"/>
              <a:t>MCP Client:</a:t>
            </a:r>
          </a:p>
          <a:p>
            <a:pPr marL="0" lvl="0" indent="0" algn="l" rtl="0">
              <a:spcBef>
                <a:spcPts val="0"/>
              </a:spcBef>
              <a:spcAft>
                <a:spcPts val="0"/>
              </a:spcAft>
              <a:buNone/>
            </a:pPr>
            <a:r>
              <a:rPr lang="en-GB" dirty="0"/>
              <a:t>MCP Clients are AI applications that connect to these servers to enhance their capabilities. </a:t>
            </a:r>
          </a:p>
          <a:p>
            <a:r>
              <a:rPr lang="en-GB" sz="1200" dirty="0"/>
              <a:t>Discover what resources and tools are available</a:t>
            </a:r>
          </a:p>
          <a:p>
            <a:r>
              <a:rPr lang="en-GB" sz="1200" dirty="0"/>
              <a:t>Make requests to servers on behalf of the AI</a:t>
            </a:r>
          </a:p>
          <a:p>
            <a:r>
              <a:rPr lang="en-GB" sz="1200" dirty="0"/>
              <a:t>Handle the communication protocol</a:t>
            </a:r>
          </a:p>
          <a:p>
            <a:pPr marL="0" lvl="0" indent="0" algn="l" rtl="0">
              <a:spcBef>
                <a:spcPts val="0"/>
              </a:spcBef>
              <a:spcAft>
                <a:spcPts val="0"/>
              </a:spcAft>
              <a:buNone/>
            </a:pPr>
            <a:endParaRPr lang="en-GB" dirty="0"/>
          </a:p>
        </p:txBody>
      </p:sp>
      <p:sp>
        <p:nvSpPr>
          <p:cNvPr id="479" name="Google Shape;479;p60">
            <a:extLst>
              <a:ext uri="{FF2B5EF4-FFF2-40B4-BE49-F238E27FC236}">
                <a16:creationId xmlns:a16="http://schemas.microsoft.com/office/drawing/2014/main" id="{34051BD0-8853-1BA5-B890-E4C1C87B932B}"/>
              </a:ext>
            </a:extLst>
          </p:cNvPr>
          <p:cNvSpPr txBox="1">
            <a:spLocks noGrp="1"/>
          </p:cNvSpPr>
          <p:nvPr>
            <p:ph type="body" idx="1"/>
          </p:nvPr>
        </p:nvSpPr>
        <p:spPr>
          <a:xfrm>
            <a:off x="462101" y="2904412"/>
            <a:ext cx="3902634" cy="1002900"/>
          </a:xfrm>
          <a:prstGeom prst="rect">
            <a:avLst/>
          </a:prstGeom>
        </p:spPr>
        <p:txBody>
          <a:bodyPr spcFirstLastPara="1" wrap="square" lIns="66175" tIns="66175" rIns="66175" bIns="66175" anchor="t" anchorCtr="0">
            <a:noAutofit/>
          </a:bodyPr>
          <a:lstStyle/>
          <a:p>
            <a:pPr marL="0" lvl="0" indent="0" algn="l" rtl="0">
              <a:spcBef>
                <a:spcPts val="0"/>
              </a:spcBef>
              <a:spcAft>
                <a:spcPts val="0"/>
              </a:spcAft>
              <a:buNone/>
            </a:pPr>
            <a:r>
              <a:rPr lang="en-GB" b="1" dirty="0"/>
              <a:t>MCP Servers:</a:t>
            </a:r>
          </a:p>
          <a:p>
            <a:pPr marL="0" lvl="0" indent="0" algn="l" rtl="0">
              <a:spcBef>
                <a:spcPts val="0"/>
              </a:spcBef>
              <a:spcAft>
                <a:spcPts val="0"/>
              </a:spcAft>
              <a:buNone/>
            </a:pPr>
            <a:r>
              <a:rPr lang="en-GB" dirty="0"/>
              <a:t>MCP Servers expose resources and capabilities to AI applications.</a:t>
            </a:r>
          </a:p>
          <a:p>
            <a:r>
              <a:rPr lang="en-GB" sz="1200" b="1" dirty="0"/>
              <a:t>Resources</a:t>
            </a:r>
            <a:r>
              <a:rPr lang="en-GB" sz="1200" dirty="0"/>
              <a:t>: Data sources like files, databases, or API endpoints</a:t>
            </a:r>
          </a:p>
          <a:p>
            <a:r>
              <a:rPr lang="en-GB" sz="1200" b="1" dirty="0"/>
              <a:t>Tools</a:t>
            </a:r>
            <a:r>
              <a:rPr lang="en-GB" sz="1200" dirty="0"/>
              <a:t>: Functions the AI can call to take actions</a:t>
            </a:r>
          </a:p>
          <a:p>
            <a:r>
              <a:rPr lang="en-GB" sz="1200" b="1" dirty="0"/>
              <a:t>Prompts</a:t>
            </a:r>
            <a:r>
              <a:rPr lang="en-GB" sz="1200" dirty="0"/>
              <a:t>: Pre-written prompt templates</a:t>
            </a:r>
          </a:p>
          <a:p>
            <a:pPr marL="0" lvl="0" indent="0" algn="l" rtl="0">
              <a:spcBef>
                <a:spcPts val="0"/>
              </a:spcBef>
              <a:spcAft>
                <a:spcPts val="0"/>
              </a:spcAft>
              <a:buNone/>
            </a:pPr>
            <a:endParaRPr lang="en-GB" dirty="0"/>
          </a:p>
        </p:txBody>
      </p:sp>
      <p:pic>
        <p:nvPicPr>
          <p:cNvPr id="1026" name="Picture 2" descr="How to Build an MCP Server (Step-by-Step Guide) 2025">
            <a:extLst>
              <a:ext uri="{FF2B5EF4-FFF2-40B4-BE49-F238E27FC236}">
                <a16:creationId xmlns:a16="http://schemas.microsoft.com/office/drawing/2014/main" id="{6F231FAB-DDEB-BB8B-6DC5-1CE4FC5391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14520"/>
            <a:ext cx="4429803" cy="2798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403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02"/>
        <p:cNvGrpSpPr/>
        <p:nvPr/>
      </p:nvGrpSpPr>
      <p:grpSpPr>
        <a:xfrm>
          <a:off x="0" y="0"/>
          <a:ext cx="0" cy="0"/>
          <a:chOff x="0" y="0"/>
          <a:chExt cx="0" cy="0"/>
        </a:xfrm>
      </p:grpSpPr>
      <p:sp>
        <p:nvSpPr>
          <p:cNvPr id="503" name="Google Shape;503;p63"/>
          <p:cNvSpPr txBox="1">
            <a:spLocks noGrp="1"/>
          </p:cNvSpPr>
          <p:nvPr>
            <p:ph type="ctrTitle"/>
          </p:nvPr>
        </p:nvSpPr>
        <p:spPr>
          <a:xfrm>
            <a:off x="455775" y="1776997"/>
            <a:ext cx="6402300" cy="165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Hands-on Session</a:t>
            </a:r>
            <a:endParaRPr/>
          </a:p>
        </p:txBody>
      </p:sp>
      <p:sp>
        <p:nvSpPr>
          <p:cNvPr id="504" name="Google Shape;504;p63"/>
          <p:cNvSpPr txBox="1">
            <a:spLocks noGrp="1"/>
          </p:cNvSpPr>
          <p:nvPr>
            <p:ph type="subTitle" idx="1"/>
          </p:nvPr>
        </p:nvSpPr>
        <p:spPr>
          <a:xfrm>
            <a:off x="474091" y="1314597"/>
            <a:ext cx="5099857" cy="320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Claude Builder Club – Model Context Protocol Workshop</a:t>
            </a:r>
            <a:endParaRPr dirty="0"/>
          </a:p>
        </p:txBody>
      </p:sp>
      <p:sp>
        <p:nvSpPr>
          <p:cNvPr id="505" name="Google Shape;505;p63"/>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E95B16-CA0B-AD91-0BB1-282776DF8BD5}"/>
              </a:ext>
            </a:extLst>
          </p:cNvPr>
          <p:cNvSpPr>
            <a:spLocks noGrp="1"/>
          </p:cNvSpPr>
          <p:nvPr>
            <p:ph type="title"/>
          </p:nvPr>
        </p:nvSpPr>
        <p:spPr>
          <a:xfrm>
            <a:off x="455775" y="457206"/>
            <a:ext cx="2634300" cy="1072438"/>
          </a:xfrm>
        </p:spPr>
        <p:txBody>
          <a:bodyPr/>
          <a:lstStyle/>
          <a:p>
            <a:r>
              <a:rPr lang="en-GB" dirty="0"/>
              <a:t>Workshop Materials</a:t>
            </a:r>
          </a:p>
        </p:txBody>
      </p:sp>
      <p:sp>
        <p:nvSpPr>
          <p:cNvPr id="4" name="Slide Number Placeholder 3">
            <a:extLst>
              <a:ext uri="{FF2B5EF4-FFF2-40B4-BE49-F238E27FC236}">
                <a16:creationId xmlns:a16="http://schemas.microsoft.com/office/drawing/2014/main" id="{AE555695-89D4-2B1D-28D6-10FDED1E53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14" name="Picture Placeholder 13">
            <a:extLst>
              <a:ext uri="{FF2B5EF4-FFF2-40B4-BE49-F238E27FC236}">
                <a16:creationId xmlns:a16="http://schemas.microsoft.com/office/drawing/2014/main" id="{9A3D29E9-9253-75C5-B036-5FFED8E222CF}"/>
              </a:ext>
            </a:extLst>
          </p:cNvPr>
          <p:cNvPicPr>
            <a:picLocks noGrp="1" noChangeAspect="1"/>
          </p:cNvPicPr>
          <p:nvPr>
            <p:ph type="pic" idx="2"/>
          </p:nvPr>
        </p:nvPicPr>
        <p:blipFill>
          <a:blip r:embed="rId2"/>
          <a:srcRect l="22" r="22"/>
          <a:stretch>
            <a:fillRect/>
          </a:stretch>
        </p:blipFill>
        <p:spPr/>
      </p:pic>
      <p:pic>
        <p:nvPicPr>
          <p:cNvPr id="22" name="Picture 21">
            <a:extLst>
              <a:ext uri="{FF2B5EF4-FFF2-40B4-BE49-F238E27FC236}">
                <a16:creationId xmlns:a16="http://schemas.microsoft.com/office/drawing/2014/main" id="{CB589F0F-98A3-43CC-903D-192BA0F87D6B}"/>
              </a:ext>
            </a:extLst>
          </p:cNvPr>
          <p:cNvPicPr>
            <a:picLocks noChangeAspect="1"/>
          </p:cNvPicPr>
          <p:nvPr/>
        </p:nvPicPr>
        <p:blipFill>
          <a:blip r:embed="rId3"/>
          <a:stretch>
            <a:fillRect/>
          </a:stretch>
        </p:blipFill>
        <p:spPr>
          <a:xfrm>
            <a:off x="-206027" y="1320800"/>
            <a:ext cx="3958071" cy="1072438"/>
          </a:xfrm>
          <a:prstGeom prst="rect">
            <a:avLst/>
          </a:prstGeom>
        </p:spPr>
      </p:pic>
    </p:spTree>
    <p:extLst>
      <p:ext uri="{BB962C8B-B14F-4D97-AF65-F5344CB8AC3E}">
        <p14:creationId xmlns:p14="http://schemas.microsoft.com/office/powerpoint/2010/main" val="1320054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9">
          <a:extLst>
            <a:ext uri="{FF2B5EF4-FFF2-40B4-BE49-F238E27FC236}">
              <a16:creationId xmlns:a16="http://schemas.microsoft.com/office/drawing/2014/main" id="{8921E85D-68A3-430F-B2C8-4392371919BD}"/>
            </a:ext>
          </a:extLst>
        </p:cNvPr>
        <p:cNvGrpSpPr/>
        <p:nvPr/>
      </p:nvGrpSpPr>
      <p:grpSpPr>
        <a:xfrm>
          <a:off x="0" y="0"/>
          <a:ext cx="0" cy="0"/>
          <a:chOff x="0" y="0"/>
          <a:chExt cx="0" cy="0"/>
        </a:xfrm>
      </p:grpSpPr>
      <p:sp>
        <p:nvSpPr>
          <p:cNvPr id="460" name="Google Shape;460;p58">
            <a:extLst>
              <a:ext uri="{FF2B5EF4-FFF2-40B4-BE49-F238E27FC236}">
                <a16:creationId xmlns:a16="http://schemas.microsoft.com/office/drawing/2014/main" id="{10F0D437-9E9F-0C34-258E-5E05DBE99340}"/>
              </a:ext>
            </a:extLst>
          </p:cNvPr>
          <p:cNvSpPr txBox="1">
            <a:spLocks noGrp="1"/>
          </p:cNvSpPr>
          <p:nvPr>
            <p:ph type="ctrTitle"/>
          </p:nvPr>
        </p:nvSpPr>
        <p:spPr>
          <a:xfrm>
            <a:off x="455775" y="1776997"/>
            <a:ext cx="6402300" cy="165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What are Skills?</a:t>
            </a:r>
            <a:endParaRPr dirty="0"/>
          </a:p>
        </p:txBody>
      </p:sp>
      <p:sp>
        <p:nvSpPr>
          <p:cNvPr id="461" name="Google Shape;461;p58">
            <a:extLst>
              <a:ext uri="{FF2B5EF4-FFF2-40B4-BE49-F238E27FC236}">
                <a16:creationId xmlns:a16="http://schemas.microsoft.com/office/drawing/2014/main" id="{73E6ABD7-61F6-F661-049C-FA77C2303F2A}"/>
              </a:ext>
            </a:extLst>
          </p:cNvPr>
          <p:cNvSpPr txBox="1">
            <a:spLocks noGrp="1"/>
          </p:cNvSpPr>
          <p:nvPr>
            <p:ph type="subTitle" idx="1"/>
          </p:nvPr>
        </p:nvSpPr>
        <p:spPr>
          <a:xfrm>
            <a:off x="474091" y="1314597"/>
            <a:ext cx="4817755" cy="320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Claude Builder Club – Skills Workshop</a:t>
            </a:r>
            <a:endParaRPr dirty="0"/>
          </a:p>
        </p:txBody>
      </p:sp>
      <p:sp>
        <p:nvSpPr>
          <p:cNvPr id="462" name="Google Shape;462;p58">
            <a:extLst>
              <a:ext uri="{FF2B5EF4-FFF2-40B4-BE49-F238E27FC236}">
                <a16:creationId xmlns:a16="http://schemas.microsoft.com/office/drawing/2014/main" id="{A2EFAF83-937F-6239-8262-E79508EDBDC0}"/>
              </a:ext>
            </a:extLst>
          </p:cNvPr>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14</a:t>
            </a:fld>
            <a:endParaRPr/>
          </a:p>
        </p:txBody>
      </p:sp>
    </p:spTree>
    <p:extLst>
      <p:ext uri="{BB962C8B-B14F-4D97-AF65-F5344CB8AC3E}">
        <p14:creationId xmlns:p14="http://schemas.microsoft.com/office/powerpoint/2010/main" val="2317541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6AEAC8-E97C-1CB4-5218-1228EA9D92A8}"/>
              </a:ext>
            </a:extLst>
          </p:cNvPr>
          <p:cNvSpPr>
            <a:spLocks noGrp="1"/>
          </p:cNvSpPr>
          <p:nvPr>
            <p:ph type="title"/>
          </p:nvPr>
        </p:nvSpPr>
        <p:spPr/>
        <p:txBody>
          <a:bodyPr/>
          <a:lstStyle/>
          <a:p>
            <a:r>
              <a:rPr lang="en-GB" dirty="0"/>
              <a:t>Skills</a:t>
            </a:r>
          </a:p>
        </p:txBody>
      </p:sp>
      <p:sp>
        <p:nvSpPr>
          <p:cNvPr id="8" name="Text Placeholder 7">
            <a:extLst>
              <a:ext uri="{FF2B5EF4-FFF2-40B4-BE49-F238E27FC236}">
                <a16:creationId xmlns:a16="http://schemas.microsoft.com/office/drawing/2014/main" id="{FCD2E275-AD05-9A53-C6D6-649CC41E7745}"/>
              </a:ext>
            </a:extLst>
          </p:cNvPr>
          <p:cNvSpPr>
            <a:spLocks noGrp="1"/>
          </p:cNvSpPr>
          <p:nvPr>
            <p:ph type="body" idx="1"/>
          </p:nvPr>
        </p:nvSpPr>
        <p:spPr/>
        <p:txBody>
          <a:bodyPr/>
          <a:lstStyle/>
          <a:p>
            <a:pPr marL="139700" indent="0">
              <a:buNone/>
            </a:pPr>
            <a:r>
              <a:rPr lang="en-GB" dirty="0"/>
              <a:t>Skills are reusable, filesystem-based resources that provide Claude with domain-specific expertise: workflows, context, and best practices that transform general-purpose agents into specialists. Unlike prompts (conversation-level instructions for one-off tasks), Skills load on-demand and eliminate the need to repeatedly provide the same guidance across multiple conversations.</a:t>
            </a:r>
          </a:p>
          <a:p>
            <a:pPr marL="139700" indent="0">
              <a:buNone/>
            </a:pPr>
            <a:endParaRPr lang="en-GB" dirty="0"/>
          </a:p>
          <a:p>
            <a:pPr marL="139700" indent="0">
              <a:buNone/>
            </a:pPr>
            <a:r>
              <a:rPr lang="en-GB" dirty="0"/>
              <a:t>Key benefits:</a:t>
            </a:r>
          </a:p>
          <a:p>
            <a:r>
              <a:rPr lang="en-GB" dirty="0" err="1"/>
              <a:t>Speciali</a:t>
            </a:r>
            <a:r>
              <a:rPr lang="en-US" altLang="zh-CN" dirty="0"/>
              <a:t>s</a:t>
            </a:r>
            <a:r>
              <a:rPr lang="en-GB" dirty="0"/>
              <a:t>e Claude: Tailor capabilities for domain-specific tasks</a:t>
            </a:r>
          </a:p>
          <a:p>
            <a:r>
              <a:rPr lang="en-GB" dirty="0"/>
              <a:t>Reduce repetition: Create once, use automatically</a:t>
            </a:r>
          </a:p>
          <a:p>
            <a:r>
              <a:rPr lang="en-GB" dirty="0"/>
              <a:t>Compose capabilities: Combine Skills to build complex workflows</a:t>
            </a:r>
          </a:p>
          <a:p>
            <a:endParaRPr lang="en-GB" dirty="0"/>
          </a:p>
          <a:p>
            <a:pPr marL="139700" indent="0">
              <a:buNone/>
            </a:pPr>
            <a:r>
              <a:rPr lang="en-GB" i="1" dirty="0"/>
              <a:t>TL;DR. Skills are markdown files to teach Claude what to do and how to do it.</a:t>
            </a:r>
          </a:p>
        </p:txBody>
      </p:sp>
      <p:sp>
        <p:nvSpPr>
          <p:cNvPr id="4" name="Slide Number Placeholder 3">
            <a:extLst>
              <a:ext uri="{FF2B5EF4-FFF2-40B4-BE49-F238E27FC236}">
                <a16:creationId xmlns:a16="http://schemas.microsoft.com/office/drawing/2014/main" id="{C3E731DC-15AD-0232-AD6B-DA4AC5A913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2898777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70AE913-279F-213D-5C3D-8E01C8D7DE94}"/>
              </a:ext>
            </a:extLst>
          </p:cNvPr>
          <p:cNvSpPr>
            <a:spLocks noGrp="1"/>
          </p:cNvSpPr>
          <p:nvPr>
            <p:ph type="title"/>
          </p:nvPr>
        </p:nvSpPr>
        <p:spPr/>
        <p:txBody>
          <a:bodyPr/>
          <a:lstStyle/>
          <a:p>
            <a:r>
              <a:rPr lang="en-GB" dirty="0"/>
              <a:t>How Skills work</a:t>
            </a:r>
          </a:p>
        </p:txBody>
      </p:sp>
      <p:sp>
        <p:nvSpPr>
          <p:cNvPr id="4" name="Slide Number Placeholder 3">
            <a:extLst>
              <a:ext uri="{FF2B5EF4-FFF2-40B4-BE49-F238E27FC236}">
                <a16:creationId xmlns:a16="http://schemas.microsoft.com/office/drawing/2014/main" id="{815B6B24-2D5D-D2EC-B53F-C396692C20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graphicFrame>
        <p:nvGraphicFramePr>
          <p:cNvPr id="9" name="Table 8">
            <a:extLst>
              <a:ext uri="{FF2B5EF4-FFF2-40B4-BE49-F238E27FC236}">
                <a16:creationId xmlns:a16="http://schemas.microsoft.com/office/drawing/2014/main" id="{DE0033F8-6C8F-EC40-3990-AC1D3B082101}"/>
              </a:ext>
            </a:extLst>
          </p:cNvPr>
          <p:cNvGraphicFramePr>
            <a:graphicFrameLocks noGrp="1"/>
          </p:cNvGraphicFramePr>
          <p:nvPr>
            <p:extLst>
              <p:ext uri="{D42A27DB-BD31-4B8C-83A1-F6EECF244321}">
                <p14:modId xmlns:p14="http://schemas.microsoft.com/office/powerpoint/2010/main" val="2835230215"/>
              </p:ext>
            </p:extLst>
          </p:nvPr>
        </p:nvGraphicFramePr>
        <p:xfrm>
          <a:off x="455775" y="1265406"/>
          <a:ext cx="8232452" cy="2778760"/>
        </p:xfrm>
        <a:graphic>
          <a:graphicData uri="http://schemas.openxmlformats.org/drawingml/2006/table">
            <a:tbl>
              <a:tblPr firstRow="1" bandRow="1">
                <a:tableStyleId>{5C22544A-7EE6-4342-B048-85BDC9FD1C3A}</a:tableStyleId>
              </a:tblPr>
              <a:tblGrid>
                <a:gridCol w="2058113">
                  <a:extLst>
                    <a:ext uri="{9D8B030D-6E8A-4147-A177-3AD203B41FA5}">
                      <a16:colId xmlns:a16="http://schemas.microsoft.com/office/drawing/2014/main" val="925687685"/>
                    </a:ext>
                  </a:extLst>
                </a:gridCol>
                <a:gridCol w="2058113">
                  <a:extLst>
                    <a:ext uri="{9D8B030D-6E8A-4147-A177-3AD203B41FA5}">
                      <a16:colId xmlns:a16="http://schemas.microsoft.com/office/drawing/2014/main" val="2802425895"/>
                    </a:ext>
                  </a:extLst>
                </a:gridCol>
                <a:gridCol w="2058113">
                  <a:extLst>
                    <a:ext uri="{9D8B030D-6E8A-4147-A177-3AD203B41FA5}">
                      <a16:colId xmlns:a16="http://schemas.microsoft.com/office/drawing/2014/main" val="3697433800"/>
                    </a:ext>
                  </a:extLst>
                </a:gridCol>
                <a:gridCol w="2058113">
                  <a:extLst>
                    <a:ext uri="{9D8B030D-6E8A-4147-A177-3AD203B41FA5}">
                      <a16:colId xmlns:a16="http://schemas.microsoft.com/office/drawing/2014/main" val="1770502831"/>
                    </a:ext>
                  </a:extLst>
                </a:gridCol>
              </a:tblGrid>
              <a:tr h="370840">
                <a:tc>
                  <a:txBody>
                    <a:bodyPr/>
                    <a:lstStyle/>
                    <a:p>
                      <a:pPr algn="l">
                        <a:buNone/>
                      </a:pPr>
                      <a:r>
                        <a:rPr lang="en-GB" b="0" dirty="0">
                          <a:solidFill>
                            <a:srgbClr val="FAF9F5"/>
                          </a:solidFill>
                          <a:effectLst/>
                          <a:latin typeface="Lora" pitchFamily="2" charset="0"/>
                        </a:rPr>
                        <a:t>Level</a:t>
                      </a:r>
                    </a:p>
                  </a:txBody>
                  <a:tcPr anchor="ctr"/>
                </a:tc>
                <a:tc>
                  <a:txBody>
                    <a:bodyPr/>
                    <a:lstStyle/>
                    <a:p>
                      <a:pPr algn="l">
                        <a:buNone/>
                      </a:pPr>
                      <a:r>
                        <a:rPr lang="en-GB" b="0">
                          <a:solidFill>
                            <a:srgbClr val="FAF9F5"/>
                          </a:solidFill>
                          <a:effectLst/>
                          <a:latin typeface="Lora" pitchFamily="2" charset="0"/>
                        </a:rPr>
                        <a:t>When Loaded</a:t>
                      </a:r>
                    </a:p>
                  </a:txBody>
                  <a:tcPr anchor="ctr"/>
                </a:tc>
                <a:tc>
                  <a:txBody>
                    <a:bodyPr/>
                    <a:lstStyle/>
                    <a:p>
                      <a:pPr algn="l">
                        <a:buNone/>
                      </a:pPr>
                      <a:r>
                        <a:rPr lang="en-GB" b="0" dirty="0">
                          <a:solidFill>
                            <a:srgbClr val="FAF9F5"/>
                          </a:solidFill>
                          <a:effectLst/>
                          <a:latin typeface="Lora" pitchFamily="2" charset="0"/>
                        </a:rPr>
                        <a:t>Token Cost</a:t>
                      </a:r>
                    </a:p>
                  </a:txBody>
                  <a:tcPr anchor="ctr"/>
                </a:tc>
                <a:tc>
                  <a:txBody>
                    <a:bodyPr/>
                    <a:lstStyle/>
                    <a:p>
                      <a:pPr algn="l">
                        <a:buNone/>
                      </a:pPr>
                      <a:r>
                        <a:rPr lang="en-GB" b="0" dirty="0">
                          <a:solidFill>
                            <a:srgbClr val="FAF9F5"/>
                          </a:solidFill>
                          <a:effectLst/>
                          <a:latin typeface="Lora" pitchFamily="2" charset="0"/>
                        </a:rPr>
                        <a:t>Content</a:t>
                      </a:r>
                    </a:p>
                  </a:txBody>
                  <a:tcPr anchor="ctr"/>
                </a:tc>
                <a:extLst>
                  <a:ext uri="{0D108BD9-81ED-4DB2-BD59-A6C34878D82A}">
                    <a16:rowId xmlns:a16="http://schemas.microsoft.com/office/drawing/2014/main" val="2297233270"/>
                  </a:ext>
                </a:extLst>
              </a:tr>
              <a:tr h="370840">
                <a:tc>
                  <a:txBody>
                    <a:bodyPr/>
                    <a:lstStyle/>
                    <a:p>
                      <a:pPr>
                        <a:buNone/>
                      </a:pPr>
                      <a:r>
                        <a:rPr lang="en-GB" b="0" dirty="0">
                          <a:solidFill>
                            <a:schemeClr val="tx1"/>
                          </a:solidFill>
                          <a:effectLst/>
                          <a:latin typeface="Lora" pitchFamily="2" charset="0"/>
                        </a:rPr>
                        <a:t>Level 1: Metadata</a:t>
                      </a:r>
                      <a:endParaRPr lang="en-GB" dirty="0">
                        <a:solidFill>
                          <a:schemeClr val="tx1"/>
                        </a:solidFill>
                        <a:effectLst/>
                        <a:latin typeface="Lora" pitchFamily="2" charset="0"/>
                      </a:endParaRPr>
                    </a:p>
                  </a:txBody>
                  <a:tcPr anchor="ctr"/>
                </a:tc>
                <a:tc>
                  <a:txBody>
                    <a:bodyPr/>
                    <a:lstStyle/>
                    <a:p>
                      <a:pPr>
                        <a:buNone/>
                      </a:pPr>
                      <a:r>
                        <a:rPr lang="en-GB" dirty="0">
                          <a:solidFill>
                            <a:schemeClr val="tx1"/>
                          </a:solidFill>
                          <a:effectLst/>
                          <a:latin typeface="Lora" pitchFamily="2" charset="0"/>
                        </a:rPr>
                        <a:t>Always (at startup)</a:t>
                      </a:r>
                    </a:p>
                  </a:txBody>
                  <a:tcPr anchor="ctr"/>
                </a:tc>
                <a:tc>
                  <a:txBody>
                    <a:bodyPr/>
                    <a:lstStyle/>
                    <a:p>
                      <a:pPr>
                        <a:buNone/>
                      </a:pPr>
                      <a:r>
                        <a:rPr lang="en-GB">
                          <a:solidFill>
                            <a:schemeClr val="tx1"/>
                          </a:solidFill>
                          <a:effectLst/>
                          <a:latin typeface="Lora" pitchFamily="2" charset="0"/>
                        </a:rPr>
                        <a:t>~100 tokens per Skill</a:t>
                      </a:r>
                    </a:p>
                  </a:txBody>
                  <a:tcPr anchor="ctr"/>
                </a:tc>
                <a:tc>
                  <a:txBody>
                    <a:bodyPr/>
                    <a:lstStyle/>
                    <a:p>
                      <a:pPr>
                        <a:buNone/>
                      </a:pPr>
                      <a:r>
                        <a:rPr lang="en-GB" dirty="0">
                          <a:solidFill>
                            <a:schemeClr val="tx1"/>
                          </a:solidFill>
                          <a:effectLst/>
                          <a:latin typeface="Lora" pitchFamily="2" charset="0"/>
                        </a:rPr>
                        <a:t>name and description from YAML frontmatter</a:t>
                      </a:r>
                    </a:p>
                  </a:txBody>
                  <a:tcPr anchor="ctr"/>
                </a:tc>
                <a:extLst>
                  <a:ext uri="{0D108BD9-81ED-4DB2-BD59-A6C34878D82A}">
                    <a16:rowId xmlns:a16="http://schemas.microsoft.com/office/drawing/2014/main" val="1265679170"/>
                  </a:ext>
                </a:extLst>
              </a:tr>
              <a:tr h="370840">
                <a:tc>
                  <a:txBody>
                    <a:bodyPr/>
                    <a:lstStyle/>
                    <a:p>
                      <a:pPr>
                        <a:buNone/>
                      </a:pPr>
                      <a:r>
                        <a:rPr lang="en-GB" b="0">
                          <a:solidFill>
                            <a:schemeClr val="tx1"/>
                          </a:solidFill>
                          <a:effectLst/>
                          <a:latin typeface="Lora" pitchFamily="2" charset="0"/>
                        </a:rPr>
                        <a:t>Level 2: Instructions</a:t>
                      </a:r>
                      <a:endParaRPr lang="en-GB">
                        <a:solidFill>
                          <a:schemeClr val="tx1"/>
                        </a:solidFill>
                        <a:effectLst/>
                        <a:latin typeface="Lora" pitchFamily="2" charset="0"/>
                      </a:endParaRPr>
                    </a:p>
                  </a:txBody>
                  <a:tcPr anchor="ctr"/>
                </a:tc>
                <a:tc>
                  <a:txBody>
                    <a:bodyPr/>
                    <a:lstStyle/>
                    <a:p>
                      <a:pPr>
                        <a:buNone/>
                      </a:pPr>
                      <a:r>
                        <a:rPr lang="en-GB" dirty="0">
                          <a:solidFill>
                            <a:schemeClr val="tx1"/>
                          </a:solidFill>
                          <a:effectLst/>
                          <a:latin typeface="Lora" pitchFamily="2" charset="0"/>
                        </a:rPr>
                        <a:t>When Skill is triggered</a:t>
                      </a:r>
                    </a:p>
                  </a:txBody>
                  <a:tcPr anchor="ctr"/>
                </a:tc>
                <a:tc>
                  <a:txBody>
                    <a:bodyPr/>
                    <a:lstStyle/>
                    <a:p>
                      <a:pPr>
                        <a:buNone/>
                      </a:pPr>
                      <a:r>
                        <a:rPr lang="en-GB" dirty="0">
                          <a:solidFill>
                            <a:schemeClr val="tx1"/>
                          </a:solidFill>
                          <a:effectLst/>
                          <a:latin typeface="Lora" pitchFamily="2" charset="0"/>
                        </a:rPr>
                        <a:t>Under 5k tokens</a:t>
                      </a:r>
                    </a:p>
                  </a:txBody>
                  <a:tcPr anchor="ctr"/>
                </a:tc>
                <a:tc>
                  <a:txBody>
                    <a:bodyPr/>
                    <a:lstStyle/>
                    <a:p>
                      <a:pPr>
                        <a:buNone/>
                      </a:pPr>
                      <a:r>
                        <a:rPr lang="en-GB" dirty="0">
                          <a:solidFill>
                            <a:schemeClr val="tx1"/>
                          </a:solidFill>
                          <a:effectLst/>
                          <a:latin typeface="Lora" pitchFamily="2" charset="0"/>
                        </a:rPr>
                        <a:t>SKILL.md body with instructions and guidance</a:t>
                      </a:r>
                    </a:p>
                  </a:txBody>
                  <a:tcPr anchor="ctr"/>
                </a:tc>
                <a:extLst>
                  <a:ext uri="{0D108BD9-81ED-4DB2-BD59-A6C34878D82A}">
                    <a16:rowId xmlns:a16="http://schemas.microsoft.com/office/drawing/2014/main" val="2379433209"/>
                  </a:ext>
                </a:extLst>
              </a:tr>
              <a:tr h="370840">
                <a:tc>
                  <a:txBody>
                    <a:bodyPr/>
                    <a:lstStyle/>
                    <a:p>
                      <a:pPr>
                        <a:buNone/>
                      </a:pPr>
                      <a:r>
                        <a:rPr lang="en-GB" b="0" dirty="0">
                          <a:solidFill>
                            <a:schemeClr val="tx1"/>
                          </a:solidFill>
                          <a:effectLst/>
                          <a:latin typeface="Lora" pitchFamily="2" charset="0"/>
                        </a:rPr>
                        <a:t>Level 3+: Resources</a:t>
                      </a:r>
                      <a:endParaRPr lang="en-GB" dirty="0">
                        <a:solidFill>
                          <a:schemeClr val="tx1"/>
                        </a:solidFill>
                        <a:effectLst/>
                        <a:latin typeface="Lora" pitchFamily="2" charset="0"/>
                      </a:endParaRPr>
                    </a:p>
                  </a:txBody>
                  <a:tcPr anchor="ctr"/>
                </a:tc>
                <a:tc>
                  <a:txBody>
                    <a:bodyPr/>
                    <a:lstStyle/>
                    <a:p>
                      <a:pPr>
                        <a:buNone/>
                      </a:pPr>
                      <a:r>
                        <a:rPr lang="en-GB">
                          <a:solidFill>
                            <a:schemeClr val="tx1"/>
                          </a:solidFill>
                          <a:effectLst/>
                          <a:latin typeface="Lora" pitchFamily="2" charset="0"/>
                        </a:rPr>
                        <a:t>As needed</a:t>
                      </a:r>
                    </a:p>
                  </a:txBody>
                  <a:tcPr anchor="ctr"/>
                </a:tc>
                <a:tc>
                  <a:txBody>
                    <a:bodyPr/>
                    <a:lstStyle/>
                    <a:p>
                      <a:pPr>
                        <a:buNone/>
                      </a:pPr>
                      <a:r>
                        <a:rPr lang="en-GB" dirty="0">
                          <a:solidFill>
                            <a:schemeClr val="tx1"/>
                          </a:solidFill>
                          <a:effectLst/>
                          <a:latin typeface="Lora" pitchFamily="2" charset="0"/>
                        </a:rPr>
                        <a:t>Effectively unlimited</a:t>
                      </a:r>
                    </a:p>
                  </a:txBody>
                  <a:tcPr anchor="ctr"/>
                </a:tc>
                <a:tc>
                  <a:txBody>
                    <a:bodyPr/>
                    <a:lstStyle/>
                    <a:p>
                      <a:pPr>
                        <a:buNone/>
                      </a:pPr>
                      <a:r>
                        <a:rPr lang="en-GB" dirty="0">
                          <a:solidFill>
                            <a:schemeClr val="tx1"/>
                          </a:solidFill>
                          <a:effectLst/>
                          <a:latin typeface="Lora" pitchFamily="2" charset="0"/>
                        </a:rPr>
                        <a:t>Bundled files executed via bash without loading contents into context</a:t>
                      </a:r>
                    </a:p>
                  </a:txBody>
                  <a:tcPr anchor="ctr"/>
                </a:tc>
                <a:extLst>
                  <a:ext uri="{0D108BD9-81ED-4DB2-BD59-A6C34878D82A}">
                    <a16:rowId xmlns:a16="http://schemas.microsoft.com/office/drawing/2014/main" val="686465132"/>
                  </a:ext>
                </a:extLst>
              </a:tr>
            </a:tbl>
          </a:graphicData>
        </a:graphic>
      </p:graphicFrame>
    </p:spTree>
    <p:extLst>
      <p:ext uri="{BB962C8B-B14F-4D97-AF65-F5344CB8AC3E}">
        <p14:creationId xmlns:p14="http://schemas.microsoft.com/office/powerpoint/2010/main" val="234288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3DBE13-2004-25AE-1FA1-39987719BE6F}"/>
              </a:ext>
            </a:extLst>
          </p:cNvPr>
          <p:cNvSpPr>
            <a:spLocks noGrp="1"/>
          </p:cNvSpPr>
          <p:nvPr>
            <p:ph type="title"/>
          </p:nvPr>
        </p:nvSpPr>
        <p:spPr/>
        <p:txBody>
          <a:bodyPr/>
          <a:lstStyle/>
          <a:p>
            <a:r>
              <a:rPr lang="en-GB" dirty="0"/>
              <a:t>Level 1: Metadata</a:t>
            </a:r>
            <a:br>
              <a:rPr lang="en-GB" dirty="0"/>
            </a:br>
            <a:endParaRPr lang="en-GB" dirty="0"/>
          </a:p>
        </p:txBody>
      </p:sp>
      <p:sp>
        <p:nvSpPr>
          <p:cNvPr id="3" name="Slide Number Placeholder 2">
            <a:extLst>
              <a:ext uri="{FF2B5EF4-FFF2-40B4-BE49-F238E27FC236}">
                <a16:creationId xmlns:a16="http://schemas.microsoft.com/office/drawing/2014/main" id="{85135CF9-6BAD-03DA-899B-E81590EC2F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20" name="Picture 19">
            <a:extLst>
              <a:ext uri="{FF2B5EF4-FFF2-40B4-BE49-F238E27FC236}">
                <a16:creationId xmlns:a16="http://schemas.microsoft.com/office/drawing/2014/main" id="{38ACAD8C-7719-47F2-0EA6-D875422DEF74}"/>
              </a:ext>
            </a:extLst>
          </p:cNvPr>
          <p:cNvPicPr>
            <a:picLocks noChangeAspect="1"/>
          </p:cNvPicPr>
          <p:nvPr/>
        </p:nvPicPr>
        <p:blipFill>
          <a:blip r:embed="rId2"/>
          <a:stretch>
            <a:fillRect/>
          </a:stretch>
        </p:blipFill>
        <p:spPr>
          <a:xfrm>
            <a:off x="0" y="1397496"/>
            <a:ext cx="9144000" cy="2348508"/>
          </a:xfrm>
          <a:prstGeom prst="rect">
            <a:avLst/>
          </a:prstGeom>
        </p:spPr>
      </p:pic>
    </p:spTree>
    <p:extLst>
      <p:ext uri="{BB962C8B-B14F-4D97-AF65-F5344CB8AC3E}">
        <p14:creationId xmlns:p14="http://schemas.microsoft.com/office/powerpoint/2010/main" val="167057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6A853-BA28-C8DC-E291-04893FD820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ACC9194-66DB-6F05-1A10-EEAD534A1A3B}"/>
              </a:ext>
            </a:extLst>
          </p:cNvPr>
          <p:cNvSpPr>
            <a:spLocks noGrp="1"/>
          </p:cNvSpPr>
          <p:nvPr>
            <p:ph type="title"/>
          </p:nvPr>
        </p:nvSpPr>
        <p:spPr/>
        <p:txBody>
          <a:bodyPr/>
          <a:lstStyle/>
          <a:p>
            <a:r>
              <a:rPr lang="en-GB" dirty="0"/>
              <a:t>Level 2: Instructions</a:t>
            </a:r>
          </a:p>
        </p:txBody>
      </p:sp>
      <p:sp>
        <p:nvSpPr>
          <p:cNvPr id="3" name="Slide Number Placeholder 2">
            <a:extLst>
              <a:ext uri="{FF2B5EF4-FFF2-40B4-BE49-F238E27FC236}">
                <a16:creationId xmlns:a16="http://schemas.microsoft.com/office/drawing/2014/main" id="{F20C549F-05CD-4B68-05FA-1FD198D6DA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pic>
        <p:nvPicPr>
          <p:cNvPr id="11" name="Picture 10">
            <a:extLst>
              <a:ext uri="{FF2B5EF4-FFF2-40B4-BE49-F238E27FC236}">
                <a16:creationId xmlns:a16="http://schemas.microsoft.com/office/drawing/2014/main" id="{76301C89-329B-EACA-710E-5D608297083D}"/>
              </a:ext>
            </a:extLst>
          </p:cNvPr>
          <p:cNvPicPr>
            <a:picLocks noChangeAspect="1"/>
          </p:cNvPicPr>
          <p:nvPr/>
        </p:nvPicPr>
        <p:blipFill>
          <a:blip r:embed="rId2"/>
          <a:stretch>
            <a:fillRect/>
          </a:stretch>
        </p:blipFill>
        <p:spPr>
          <a:xfrm>
            <a:off x="0" y="601218"/>
            <a:ext cx="9144000" cy="3941064"/>
          </a:xfrm>
          <a:prstGeom prst="rect">
            <a:avLst/>
          </a:prstGeom>
        </p:spPr>
      </p:pic>
    </p:spTree>
    <p:extLst>
      <p:ext uri="{BB962C8B-B14F-4D97-AF65-F5344CB8AC3E}">
        <p14:creationId xmlns:p14="http://schemas.microsoft.com/office/powerpoint/2010/main" val="1617256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3E71-71B9-EE66-7568-0F0E2565AB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70AC5F0-E512-8DEE-4CD8-4473826AF7D0}"/>
              </a:ext>
            </a:extLst>
          </p:cNvPr>
          <p:cNvSpPr>
            <a:spLocks noGrp="1"/>
          </p:cNvSpPr>
          <p:nvPr>
            <p:ph type="title"/>
          </p:nvPr>
        </p:nvSpPr>
        <p:spPr/>
        <p:txBody>
          <a:bodyPr/>
          <a:lstStyle/>
          <a:p>
            <a:r>
              <a:rPr lang="en-GB" dirty="0"/>
              <a:t>Level 3+: Resources</a:t>
            </a:r>
          </a:p>
        </p:txBody>
      </p:sp>
      <p:sp>
        <p:nvSpPr>
          <p:cNvPr id="3" name="Slide Number Placeholder 2">
            <a:extLst>
              <a:ext uri="{FF2B5EF4-FFF2-40B4-BE49-F238E27FC236}">
                <a16:creationId xmlns:a16="http://schemas.microsoft.com/office/drawing/2014/main" id="{72408A2D-4563-9C58-54E5-94E861E9ED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4" name="Picture 3">
            <a:extLst>
              <a:ext uri="{FF2B5EF4-FFF2-40B4-BE49-F238E27FC236}">
                <a16:creationId xmlns:a16="http://schemas.microsoft.com/office/drawing/2014/main" id="{F0C2EFAE-8044-8029-ECC5-AA0A89AABBA1}"/>
              </a:ext>
            </a:extLst>
          </p:cNvPr>
          <p:cNvPicPr>
            <a:picLocks noChangeAspect="1"/>
          </p:cNvPicPr>
          <p:nvPr/>
        </p:nvPicPr>
        <p:blipFill>
          <a:blip r:embed="rId2"/>
          <a:stretch>
            <a:fillRect/>
          </a:stretch>
        </p:blipFill>
        <p:spPr>
          <a:xfrm>
            <a:off x="0" y="1136142"/>
            <a:ext cx="9144000" cy="2871216"/>
          </a:xfrm>
          <a:prstGeom prst="rect">
            <a:avLst/>
          </a:prstGeom>
        </p:spPr>
      </p:pic>
    </p:spTree>
    <p:extLst>
      <p:ext uri="{BB962C8B-B14F-4D97-AF65-F5344CB8AC3E}">
        <p14:creationId xmlns:p14="http://schemas.microsoft.com/office/powerpoint/2010/main" val="1217106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C1CD0937-7851-10B4-610F-7168FC9122C3}"/>
            </a:ext>
          </a:extLst>
        </p:cNvPr>
        <p:cNvGrpSpPr/>
        <p:nvPr/>
      </p:nvGrpSpPr>
      <p:grpSpPr>
        <a:xfrm>
          <a:off x="0" y="0"/>
          <a:ext cx="0" cy="0"/>
          <a:chOff x="0" y="0"/>
          <a:chExt cx="0" cy="0"/>
        </a:xfrm>
      </p:grpSpPr>
      <p:sp>
        <p:nvSpPr>
          <p:cNvPr id="475" name="Google Shape;475;p60">
            <a:extLst>
              <a:ext uri="{FF2B5EF4-FFF2-40B4-BE49-F238E27FC236}">
                <a16:creationId xmlns:a16="http://schemas.microsoft.com/office/drawing/2014/main" id="{E8B47EB1-8DB9-D446-8029-73D2F60C1D26}"/>
              </a:ext>
            </a:extLst>
          </p:cNvPr>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en"/>
              <a:t>20</a:t>
            </a:fld>
            <a:endParaRPr/>
          </a:p>
        </p:txBody>
      </p:sp>
      <p:pic>
        <p:nvPicPr>
          <p:cNvPr id="1028" name="Picture 4" descr="Agent Skills Architecture - showing how Skills integrate with the agent's configuration and virtual machine">
            <a:extLst>
              <a:ext uri="{FF2B5EF4-FFF2-40B4-BE49-F238E27FC236}">
                <a16:creationId xmlns:a16="http://schemas.microsoft.com/office/drawing/2014/main" id="{1D88F163-9936-BFC3-659B-0FE673BEA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0"/>
            <a:ext cx="9136062"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752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1B41A6-F376-1D1B-B790-233700112EFC}"/>
              </a:ext>
            </a:extLst>
          </p:cNvPr>
          <p:cNvSpPr>
            <a:spLocks noGrp="1"/>
          </p:cNvSpPr>
          <p:nvPr>
            <p:ph type="title"/>
          </p:nvPr>
        </p:nvSpPr>
        <p:spPr/>
        <p:txBody>
          <a:bodyPr/>
          <a:lstStyle/>
          <a:p>
            <a:r>
              <a:rPr lang="en-GB" dirty="0"/>
              <a:t>Example: Loading a PDF processing skill</a:t>
            </a:r>
          </a:p>
        </p:txBody>
      </p:sp>
      <p:sp>
        <p:nvSpPr>
          <p:cNvPr id="8" name="Text Placeholder 7">
            <a:extLst>
              <a:ext uri="{FF2B5EF4-FFF2-40B4-BE49-F238E27FC236}">
                <a16:creationId xmlns:a16="http://schemas.microsoft.com/office/drawing/2014/main" id="{5A6441B0-204D-B084-CBB6-C5462D509906}"/>
              </a:ext>
            </a:extLst>
          </p:cNvPr>
          <p:cNvSpPr>
            <a:spLocks noGrp="1"/>
          </p:cNvSpPr>
          <p:nvPr>
            <p:ph type="body" idx="1"/>
          </p:nvPr>
        </p:nvSpPr>
        <p:spPr/>
        <p:txBody>
          <a:bodyPr/>
          <a:lstStyle/>
          <a:p>
            <a:pPr marL="482600" indent="-342900">
              <a:buFont typeface="+mj-lt"/>
              <a:buAutoNum type="arabicPeriod"/>
            </a:pPr>
            <a:r>
              <a:rPr lang="en-GB" dirty="0"/>
              <a:t>Startup: System prompt includes: </a:t>
            </a:r>
            <a:r>
              <a:rPr lang="en-GB" dirty="0">
                <a:latin typeface="FiraCode Nerd Font" panose="02000009000000000000" pitchFamily="50" charset="0"/>
                <a:ea typeface="FiraCode Nerd Font" panose="02000009000000000000" pitchFamily="50" charset="0"/>
                <a:cs typeface="FiraCode Nerd Font" panose="02000009000000000000" pitchFamily="50" charset="0"/>
              </a:rPr>
              <a:t>PDF Processing - Extract text and tables from PDF files, fill forms, merge documents</a:t>
            </a:r>
          </a:p>
          <a:p>
            <a:pPr marL="482600" indent="-342900">
              <a:buFont typeface="+mj-lt"/>
              <a:buAutoNum type="arabicPeriod"/>
            </a:pPr>
            <a:r>
              <a:rPr lang="en-GB" dirty="0"/>
              <a:t>User request: "Extract the text from this PDF and summarise it"</a:t>
            </a:r>
          </a:p>
          <a:p>
            <a:pPr marL="482600" indent="-342900">
              <a:buFont typeface="+mj-lt"/>
              <a:buAutoNum type="arabicPeriod"/>
            </a:pPr>
            <a:r>
              <a:rPr lang="en-GB" dirty="0"/>
              <a:t>Claude invokes: </a:t>
            </a:r>
            <a:r>
              <a:rPr lang="en-GB" dirty="0">
                <a:latin typeface="FiraCode Nerd Font" panose="02000009000000000000" pitchFamily="50" charset="0"/>
                <a:ea typeface="FiraCode Nerd Font" panose="02000009000000000000" pitchFamily="50" charset="0"/>
                <a:cs typeface="FiraCode Nerd Font" panose="02000009000000000000" pitchFamily="50" charset="0"/>
              </a:rPr>
              <a:t>bash: read pdf-skill/SKILL.md </a:t>
            </a:r>
            <a:r>
              <a:rPr lang="en-GB" dirty="0"/>
              <a:t>→ Instructions loaded into context</a:t>
            </a:r>
          </a:p>
          <a:p>
            <a:pPr marL="482600" indent="-342900">
              <a:buFont typeface="+mj-lt"/>
              <a:buAutoNum type="arabicPeriod"/>
            </a:pPr>
            <a:r>
              <a:rPr lang="en-GB" dirty="0"/>
              <a:t>Claude determines: Form filling is not needed, so FORMS.md is not read</a:t>
            </a:r>
          </a:p>
          <a:p>
            <a:pPr marL="482600" indent="-342900">
              <a:buFont typeface="+mj-lt"/>
              <a:buAutoNum type="arabicPeriod"/>
            </a:pPr>
            <a:r>
              <a:rPr lang="en-GB" dirty="0"/>
              <a:t>Claude executes: Uses instructions from SKILL.md to complete the task</a:t>
            </a:r>
          </a:p>
        </p:txBody>
      </p:sp>
      <p:sp>
        <p:nvSpPr>
          <p:cNvPr id="4" name="Slide Number Placeholder 3">
            <a:extLst>
              <a:ext uri="{FF2B5EF4-FFF2-40B4-BE49-F238E27FC236}">
                <a16:creationId xmlns:a16="http://schemas.microsoft.com/office/drawing/2014/main" id="{60439F67-03E7-DEE1-70FF-37A9700F85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731671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CC5DE322-87F9-F55A-132F-77C0821EDC32}"/>
            </a:ext>
          </a:extLst>
        </p:cNvPr>
        <p:cNvGrpSpPr/>
        <p:nvPr/>
      </p:nvGrpSpPr>
      <p:grpSpPr>
        <a:xfrm>
          <a:off x="0" y="0"/>
          <a:ext cx="0" cy="0"/>
          <a:chOff x="0" y="0"/>
          <a:chExt cx="0" cy="0"/>
        </a:xfrm>
      </p:grpSpPr>
      <p:sp>
        <p:nvSpPr>
          <p:cNvPr id="475" name="Google Shape;475;p60">
            <a:extLst>
              <a:ext uri="{FF2B5EF4-FFF2-40B4-BE49-F238E27FC236}">
                <a16:creationId xmlns:a16="http://schemas.microsoft.com/office/drawing/2014/main" id="{A5383C55-6E8C-3768-8E6B-E9B3D96117E4}"/>
              </a:ext>
            </a:extLst>
          </p:cNvPr>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en"/>
              <a:t>22</a:t>
            </a:fld>
            <a:endParaRPr/>
          </a:p>
        </p:txBody>
      </p:sp>
      <p:pic>
        <p:nvPicPr>
          <p:cNvPr id="2050" name="Picture 2" descr="Skills loading into context window - showing the progressive loading of skill metadata and content">
            <a:extLst>
              <a:ext uri="{FF2B5EF4-FFF2-40B4-BE49-F238E27FC236}">
                <a16:creationId xmlns:a16="http://schemas.microsoft.com/office/drawing/2014/main" id="{3D52247E-D9D0-0B68-8BFC-D71EF6C18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8" y="0"/>
            <a:ext cx="912812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204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F0A70-AB2A-ED6D-6585-3B3695D39F4A}"/>
              </a:ext>
            </a:extLst>
          </p:cNvPr>
          <p:cNvSpPr>
            <a:spLocks noGrp="1"/>
          </p:cNvSpPr>
          <p:nvPr>
            <p:ph type="title"/>
          </p:nvPr>
        </p:nvSpPr>
        <p:spPr/>
        <p:txBody>
          <a:bodyPr/>
          <a:lstStyle/>
          <a:p>
            <a:r>
              <a:rPr lang="en-GB" dirty="0"/>
              <a:t>Skills structure</a:t>
            </a:r>
          </a:p>
        </p:txBody>
      </p:sp>
      <p:sp>
        <p:nvSpPr>
          <p:cNvPr id="4" name="Slide Number Placeholder 3">
            <a:extLst>
              <a:ext uri="{FF2B5EF4-FFF2-40B4-BE49-F238E27FC236}">
                <a16:creationId xmlns:a16="http://schemas.microsoft.com/office/drawing/2014/main" id="{D239B907-69F4-89E5-1B21-C5423A078C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pic>
        <p:nvPicPr>
          <p:cNvPr id="17" name="Picture 16">
            <a:extLst>
              <a:ext uri="{FF2B5EF4-FFF2-40B4-BE49-F238E27FC236}">
                <a16:creationId xmlns:a16="http://schemas.microsoft.com/office/drawing/2014/main" id="{F9C515FA-977F-F8F2-322A-ECB196F8B570}"/>
              </a:ext>
            </a:extLst>
          </p:cNvPr>
          <p:cNvPicPr>
            <a:picLocks noChangeAspect="1"/>
          </p:cNvPicPr>
          <p:nvPr/>
        </p:nvPicPr>
        <p:blipFill>
          <a:blip r:embed="rId2"/>
          <a:stretch>
            <a:fillRect/>
          </a:stretch>
        </p:blipFill>
        <p:spPr>
          <a:xfrm>
            <a:off x="0" y="774954"/>
            <a:ext cx="9144000" cy="3593592"/>
          </a:xfrm>
          <a:prstGeom prst="rect">
            <a:avLst/>
          </a:prstGeom>
        </p:spPr>
      </p:pic>
    </p:spTree>
    <p:extLst>
      <p:ext uri="{BB962C8B-B14F-4D97-AF65-F5344CB8AC3E}">
        <p14:creationId xmlns:p14="http://schemas.microsoft.com/office/powerpoint/2010/main" val="1413083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87704-0471-058F-FE55-9FD92F5D2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37BF-694D-FF8A-0F31-E0FA9ACEAABC}"/>
              </a:ext>
            </a:extLst>
          </p:cNvPr>
          <p:cNvSpPr>
            <a:spLocks noGrp="1"/>
          </p:cNvSpPr>
          <p:nvPr>
            <p:ph type="title"/>
          </p:nvPr>
        </p:nvSpPr>
        <p:spPr/>
        <p:txBody>
          <a:bodyPr/>
          <a:lstStyle/>
          <a:p>
            <a:r>
              <a:rPr lang="en-GB" dirty="0"/>
              <a:t>Skills structure</a:t>
            </a:r>
          </a:p>
        </p:txBody>
      </p:sp>
      <p:sp>
        <p:nvSpPr>
          <p:cNvPr id="4" name="Slide Number Placeholder 3">
            <a:extLst>
              <a:ext uri="{FF2B5EF4-FFF2-40B4-BE49-F238E27FC236}">
                <a16:creationId xmlns:a16="http://schemas.microsoft.com/office/drawing/2014/main" id="{58058276-3F84-F277-2986-7401B82EF9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17" name="Picture 16">
            <a:extLst>
              <a:ext uri="{FF2B5EF4-FFF2-40B4-BE49-F238E27FC236}">
                <a16:creationId xmlns:a16="http://schemas.microsoft.com/office/drawing/2014/main" id="{D8134BE0-5BEE-A349-3189-556B8D4086D1}"/>
              </a:ext>
            </a:extLst>
          </p:cNvPr>
          <p:cNvPicPr>
            <a:picLocks noChangeAspect="1"/>
          </p:cNvPicPr>
          <p:nvPr/>
        </p:nvPicPr>
        <p:blipFill>
          <a:blip r:embed="rId2"/>
          <a:stretch>
            <a:fillRect/>
          </a:stretch>
        </p:blipFill>
        <p:spPr>
          <a:xfrm>
            <a:off x="0" y="774954"/>
            <a:ext cx="9144000" cy="3593592"/>
          </a:xfrm>
          <a:prstGeom prst="rect">
            <a:avLst/>
          </a:prstGeom>
        </p:spPr>
      </p:pic>
      <p:sp>
        <p:nvSpPr>
          <p:cNvPr id="5" name="Text Placeholder 7">
            <a:extLst>
              <a:ext uri="{FF2B5EF4-FFF2-40B4-BE49-F238E27FC236}">
                <a16:creationId xmlns:a16="http://schemas.microsoft.com/office/drawing/2014/main" id="{EE00D3C4-E578-44C6-A291-BD8665B3FA35}"/>
              </a:ext>
            </a:extLst>
          </p:cNvPr>
          <p:cNvSpPr>
            <a:spLocks noGrp="1"/>
          </p:cNvSpPr>
          <p:nvPr>
            <p:ph type="body" idx="1"/>
          </p:nvPr>
        </p:nvSpPr>
        <p:spPr>
          <a:xfrm>
            <a:off x="4950177" y="2896209"/>
            <a:ext cx="4024489" cy="1557258"/>
          </a:xfrm>
          <a:prstGeom prst="roundRect">
            <a:avLst>
              <a:gd name="adj" fmla="val 7389"/>
            </a:avLst>
          </a:prstGeom>
          <a:solidFill>
            <a:schemeClr val="bg1"/>
          </a:solidFill>
          <a:ln w="19050">
            <a:solidFill>
              <a:schemeClr val="tx1"/>
            </a:solidFill>
          </a:ln>
        </p:spPr>
        <p:txBody>
          <a:bodyPr/>
          <a:lstStyle/>
          <a:p>
            <a:pPr marL="139700" indent="0">
              <a:buNone/>
            </a:pPr>
            <a:r>
              <a:rPr lang="en-GB" sz="1200" dirty="0">
                <a:latin typeface="FiraCode Nerd Font" panose="02000009000000000000" pitchFamily="50" charset="0"/>
                <a:ea typeface="FiraCode Nerd Font" panose="02000009000000000000" pitchFamily="50" charset="0"/>
                <a:cs typeface="FiraCode Nerd Font" panose="02000009000000000000" pitchFamily="50" charset="0"/>
              </a:rPr>
              <a:t>name</a:t>
            </a:r>
            <a:r>
              <a:rPr lang="en-GB" sz="1200" dirty="0"/>
              <a:t>:</a:t>
            </a:r>
          </a:p>
          <a:p>
            <a:r>
              <a:rPr lang="en-GB" sz="1200" dirty="0"/>
              <a:t>Maximum 64 characters</a:t>
            </a:r>
          </a:p>
          <a:p>
            <a:r>
              <a:rPr lang="en-GB" sz="1200" dirty="0"/>
              <a:t>Must contain only lowercase letters, numbers, and hyphens</a:t>
            </a:r>
          </a:p>
          <a:p>
            <a:r>
              <a:rPr lang="en-GB" sz="1200" dirty="0"/>
              <a:t>Cannot contain XML tags</a:t>
            </a:r>
          </a:p>
          <a:p>
            <a:r>
              <a:rPr lang="en-GB" sz="1200" dirty="0"/>
              <a:t>Cannot contain reserved words: "anthropic", "</a:t>
            </a:r>
            <a:r>
              <a:rPr lang="en-GB" sz="1200" dirty="0" err="1"/>
              <a:t>claude</a:t>
            </a:r>
            <a:r>
              <a:rPr lang="en-GB" sz="1200" dirty="0"/>
              <a:t>"</a:t>
            </a:r>
          </a:p>
        </p:txBody>
      </p:sp>
    </p:spTree>
    <p:extLst>
      <p:ext uri="{BB962C8B-B14F-4D97-AF65-F5344CB8AC3E}">
        <p14:creationId xmlns:p14="http://schemas.microsoft.com/office/powerpoint/2010/main" val="3099679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59641-A03F-85AB-C95E-D8145DC2B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671B5-5E45-5522-ADE2-53332BC3E33B}"/>
              </a:ext>
            </a:extLst>
          </p:cNvPr>
          <p:cNvSpPr>
            <a:spLocks noGrp="1"/>
          </p:cNvSpPr>
          <p:nvPr>
            <p:ph type="title"/>
          </p:nvPr>
        </p:nvSpPr>
        <p:spPr/>
        <p:txBody>
          <a:bodyPr/>
          <a:lstStyle/>
          <a:p>
            <a:r>
              <a:rPr lang="en-GB" dirty="0"/>
              <a:t>Skills structure</a:t>
            </a:r>
          </a:p>
        </p:txBody>
      </p:sp>
      <p:sp>
        <p:nvSpPr>
          <p:cNvPr id="4" name="Slide Number Placeholder 3">
            <a:extLst>
              <a:ext uri="{FF2B5EF4-FFF2-40B4-BE49-F238E27FC236}">
                <a16:creationId xmlns:a16="http://schemas.microsoft.com/office/drawing/2014/main" id="{55EE41B4-9DA2-02A9-CD71-565CDEE338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pic>
        <p:nvPicPr>
          <p:cNvPr id="17" name="Picture 16">
            <a:extLst>
              <a:ext uri="{FF2B5EF4-FFF2-40B4-BE49-F238E27FC236}">
                <a16:creationId xmlns:a16="http://schemas.microsoft.com/office/drawing/2014/main" id="{58A31115-313C-DEE5-D425-E7DD13C429FC}"/>
              </a:ext>
            </a:extLst>
          </p:cNvPr>
          <p:cNvPicPr>
            <a:picLocks noChangeAspect="1"/>
          </p:cNvPicPr>
          <p:nvPr/>
        </p:nvPicPr>
        <p:blipFill>
          <a:blip r:embed="rId2"/>
          <a:stretch>
            <a:fillRect/>
          </a:stretch>
        </p:blipFill>
        <p:spPr>
          <a:xfrm>
            <a:off x="0" y="774954"/>
            <a:ext cx="9144000" cy="3593592"/>
          </a:xfrm>
          <a:prstGeom prst="rect">
            <a:avLst/>
          </a:prstGeom>
        </p:spPr>
      </p:pic>
      <p:sp>
        <p:nvSpPr>
          <p:cNvPr id="5" name="Text Placeholder 7">
            <a:extLst>
              <a:ext uri="{FF2B5EF4-FFF2-40B4-BE49-F238E27FC236}">
                <a16:creationId xmlns:a16="http://schemas.microsoft.com/office/drawing/2014/main" id="{A73D03C4-9945-97BC-9FFF-EE06EA0E30A7}"/>
              </a:ext>
            </a:extLst>
          </p:cNvPr>
          <p:cNvSpPr>
            <a:spLocks noGrp="1"/>
          </p:cNvSpPr>
          <p:nvPr>
            <p:ph type="body" idx="1"/>
          </p:nvPr>
        </p:nvSpPr>
        <p:spPr>
          <a:xfrm>
            <a:off x="4950177" y="3115733"/>
            <a:ext cx="4024489" cy="948267"/>
          </a:xfrm>
          <a:prstGeom prst="roundRect">
            <a:avLst>
              <a:gd name="adj" fmla="val 7389"/>
            </a:avLst>
          </a:prstGeom>
          <a:solidFill>
            <a:schemeClr val="bg1"/>
          </a:solidFill>
          <a:ln w="19050">
            <a:solidFill>
              <a:schemeClr val="tx1"/>
            </a:solidFill>
          </a:ln>
        </p:spPr>
        <p:txBody>
          <a:bodyPr/>
          <a:lstStyle/>
          <a:p>
            <a:pPr marL="139700" indent="0">
              <a:buNone/>
            </a:pPr>
            <a:r>
              <a:rPr lang="en-GB" sz="1200" dirty="0">
                <a:latin typeface="FiraCode Nerd Font" panose="02000009000000000000" pitchFamily="50" charset="0"/>
                <a:ea typeface="FiraCode Nerd Font" panose="02000009000000000000" pitchFamily="50" charset="0"/>
                <a:cs typeface="FiraCode Nerd Font" panose="02000009000000000000" pitchFamily="50" charset="0"/>
              </a:rPr>
              <a:t>description</a:t>
            </a:r>
            <a:r>
              <a:rPr lang="en-GB" sz="1200" dirty="0"/>
              <a:t>:</a:t>
            </a:r>
          </a:p>
          <a:p>
            <a:r>
              <a:rPr lang="en-GB" sz="1200" dirty="0"/>
              <a:t>Must be non-empty</a:t>
            </a:r>
          </a:p>
          <a:p>
            <a:r>
              <a:rPr lang="en-GB" sz="1200" dirty="0"/>
              <a:t>Maximum 1024 characters</a:t>
            </a:r>
          </a:p>
          <a:p>
            <a:r>
              <a:rPr lang="en-GB" sz="1200" dirty="0"/>
              <a:t>Cannot contain XML tags</a:t>
            </a:r>
          </a:p>
        </p:txBody>
      </p:sp>
    </p:spTree>
    <p:extLst>
      <p:ext uri="{BB962C8B-B14F-4D97-AF65-F5344CB8AC3E}">
        <p14:creationId xmlns:p14="http://schemas.microsoft.com/office/powerpoint/2010/main" val="3105478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2">
          <a:extLst>
            <a:ext uri="{FF2B5EF4-FFF2-40B4-BE49-F238E27FC236}">
              <a16:creationId xmlns:a16="http://schemas.microsoft.com/office/drawing/2014/main" id="{3E44D446-78B0-F46A-8909-267501128F76}"/>
            </a:ext>
          </a:extLst>
        </p:cNvPr>
        <p:cNvGrpSpPr/>
        <p:nvPr/>
      </p:nvGrpSpPr>
      <p:grpSpPr>
        <a:xfrm>
          <a:off x="0" y="0"/>
          <a:ext cx="0" cy="0"/>
          <a:chOff x="0" y="0"/>
          <a:chExt cx="0" cy="0"/>
        </a:xfrm>
      </p:grpSpPr>
      <p:sp>
        <p:nvSpPr>
          <p:cNvPr id="503" name="Google Shape;503;p63">
            <a:extLst>
              <a:ext uri="{FF2B5EF4-FFF2-40B4-BE49-F238E27FC236}">
                <a16:creationId xmlns:a16="http://schemas.microsoft.com/office/drawing/2014/main" id="{D1873102-FB87-01D0-5327-F17FB2897A2B}"/>
              </a:ext>
            </a:extLst>
          </p:cNvPr>
          <p:cNvSpPr txBox="1">
            <a:spLocks noGrp="1"/>
          </p:cNvSpPr>
          <p:nvPr>
            <p:ph type="ctrTitle"/>
          </p:nvPr>
        </p:nvSpPr>
        <p:spPr>
          <a:xfrm>
            <a:off x="455775" y="1776997"/>
            <a:ext cx="6402300" cy="165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How to write effective Skills </a:t>
            </a:r>
            <a:endParaRPr dirty="0"/>
          </a:p>
        </p:txBody>
      </p:sp>
      <p:sp>
        <p:nvSpPr>
          <p:cNvPr id="504" name="Google Shape;504;p63">
            <a:extLst>
              <a:ext uri="{FF2B5EF4-FFF2-40B4-BE49-F238E27FC236}">
                <a16:creationId xmlns:a16="http://schemas.microsoft.com/office/drawing/2014/main" id="{8DC5CEEF-161C-84F5-5A21-85BC4046774C}"/>
              </a:ext>
            </a:extLst>
          </p:cNvPr>
          <p:cNvSpPr txBox="1">
            <a:spLocks noGrp="1"/>
          </p:cNvSpPr>
          <p:nvPr>
            <p:ph type="subTitle" idx="1"/>
          </p:nvPr>
        </p:nvSpPr>
        <p:spPr>
          <a:xfrm>
            <a:off x="474091" y="1314597"/>
            <a:ext cx="5099857" cy="320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Claude Builder Club – Skills Workshop</a:t>
            </a:r>
            <a:endParaRPr dirty="0"/>
          </a:p>
        </p:txBody>
      </p:sp>
      <p:sp>
        <p:nvSpPr>
          <p:cNvPr id="505" name="Google Shape;505;p63">
            <a:extLst>
              <a:ext uri="{FF2B5EF4-FFF2-40B4-BE49-F238E27FC236}">
                <a16:creationId xmlns:a16="http://schemas.microsoft.com/office/drawing/2014/main" id="{709D0497-9012-126F-D0E8-EFECAE913F3C}"/>
              </a:ext>
            </a:extLst>
          </p:cNvPr>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26</a:t>
            </a:fld>
            <a:endParaRPr/>
          </a:p>
        </p:txBody>
      </p:sp>
    </p:spTree>
    <p:extLst>
      <p:ext uri="{BB962C8B-B14F-4D97-AF65-F5344CB8AC3E}">
        <p14:creationId xmlns:p14="http://schemas.microsoft.com/office/powerpoint/2010/main" val="2449820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6F7B9-5C1A-386F-6010-4154EC588E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5" name="Title 4">
            <a:extLst>
              <a:ext uri="{FF2B5EF4-FFF2-40B4-BE49-F238E27FC236}">
                <a16:creationId xmlns:a16="http://schemas.microsoft.com/office/drawing/2014/main" id="{9FBC721B-C91C-24F8-9216-FBC70F1841AA}"/>
              </a:ext>
            </a:extLst>
          </p:cNvPr>
          <p:cNvSpPr>
            <a:spLocks noGrp="1"/>
          </p:cNvSpPr>
          <p:nvPr>
            <p:ph type="title"/>
          </p:nvPr>
        </p:nvSpPr>
        <p:spPr/>
        <p:txBody>
          <a:bodyPr/>
          <a:lstStyle/>
          <a:p>
            <a:r>
              <a:rPr lang="en-GB" dirty="0"/>
              <a:t>Conciseness </a:t>
            </a:r>
          </a:p>
        </p:txBody>
      </p:sp>
      <p:sp>
        <p:nvSpPr>
          <p:cNvPr id="8" name="Picture Placeholder 7">
            <a:extLst>
              <a:ext uri="{FF2B5EF4-FFF2-40B4-BE49-F238E27FC236}">
                <a16:creationId xmlns:a16="http://schemas.microsoft.com/office/drawing/2014/main" id="{0784BF97-73D7-13FC-8580-D0973B8FDE98}"/>
              </a:ext>
            </a:extLst>
          </p:cNvPr>
          <p:cNvSpPr>
            <a:spLocks noGrp="1"/>
          </p:cNvSpPr>
          <p:nvPr>
            <p:ph type="pic" idx="3"/>
          </p:nvPr>
        </p:nvSpPr>
        <p:spPr/>
        <p:txBody>
          <a:bodyPr/>
          <a:lstStyle/>
          <a:p>
            <a:endParaRPr lang="en-GB"/>
          </a:p>
        </p:txBody>
      </p:sp>
      <p:sp>
        <p:nvSpPr>
          <p:cNvPr id="26" name="Picture Placeholder 25">
            <a:extLst>
              <a:ext uri="{FF2B5EF4-FFF2-40B4-BE49-F238E27FC236}">
                <a16:creationId xmlns:a16="http://schemas.microsoft.com/office/drawing/2014/main" id="{C70698A0-2973-5E33-029D-602303F5C202}"/>
              </a:ext>
            </a:extLst>
          </p:cNvPr>
          <p:cNvSpPr>
            <a:spLocks noGrp="1"/>
          </p:cNvSpPr>
          <p:nvPr>
            <p:ph type="pic" idx="2"/>
          </p:nvPr>
        </p:nvSpPr>
        <p:spPr/>
        <p:txBody>
          <a:bodyPr/>
          <a:lstStyle/>
          <a:p>
            <a:endParaRPr lang="en-GB"/>
          </a:p>
        </p:txBody>
      </p:sp>
      <p:pic>
        <p:nvPicPr>
          <p:cNvPr id="30" name="Picture 29">
            <a:extLst>
              <a:ext uri="{FF2B5EF4-FFF2-40B4-BE49-F238E27FC236}">
                <a16:creationId xmlns:a16="http://schemas.microsoft.com/office/drawing/2014/main" id="{7CA7C40B-4A07-FE03-5024-ABC4101EC28A}"/>
              </a:ext>
            </a:extLst>
          </p:cNvPr>
          <p:cNvPicPr>
            <a:picLocks noChangeAspect="1"/>
          </p:cNvPicPr>
          <p:nvPr/>
        </p:nvPicPr>
        <p:blipFill>
          <a:blip r:embed="rId2"/>
          <a:stretch>
            <a:fillRect/>
          </a:stretch>
        </p:blipFill>
        <p:spPr>
          <a:xfrm>
            <a:off x="450087" y="1371604"/>
            <a:ext cx="3142194" cy="2608284"/>
          </a:xfrm>
          <a:prstGeom prst="rect">
            <a:avLst/>
          </a:prstGeom>
        </p:spPr>
      </p:pic>
      <p:pic>
        <p:nvPicPr>
          <p:cNvPr id="36" name="Picture 35">
            <a:extLst>
              <a:ext uri="{FF2B5EF4-FFF2-40B4-BE49-F238E27FC236}">
                <a16:creationId xmlns:a16="http://schemas.microsoft.com/office/drawing/2014/main" id="{47602B4E-FB56-902E-60DB-B94F4D80CFFE}"/>
              </a:ext>
            </a:extLst>
          </p:cNvPr>
          <p:cNvPicPr>
            <a:picLocks noChangeAspect="1"/>
          </p:cNvPicPr>
          <p:nvPr/>
        </p:nvPicPr>
        <p:blipFill>
          <a:blip r:embed="rId3"/>
          <a:stretch>
            <a:fillRect/>
          </a:stretch>
        </p:blipFill>
        <p:spPr>
          <a:xfrm>
            <a:off x="3726557" y="1371604"/>
            <a:ext cx="4961743" cy="2609877"/>
          </a:xfrm>
          <a:prstGeom prst="rect">
            <a:avLst/>
          </a:prstGeom>
        </p:spPr>
      </p:pic>
    </p:spTree>
    <p:extLst>
      <p:ext uri="{BB962C8B-B14F-4D97-AF65-F5344CB8AC3E}">
        <p14:creationId xmlns:p14="http://schemas.microsoft.com/office/powerpoint/2010/main" val="2266568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A9D957-E99C-67D3-3CA5-3BC5250EBF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4" name="Title 3">
            <a:extLst>
              <a:ext uri="{FF2B5EF4-FFF2-40B4-BE49-F238E27FC236}">
                <a16:creationId xmlns:a16="http://schemas.microsoft.com/office/drawing/2014/main" id="{B695BA2B-CCB4-D638-D215-2F79493FF2A6}"/>
              </a:ext>
            </a:extLst>
          </p:cNvPr>
          <p:cNvSpPr>
            <a:spLocks noGrp="1"/>
          </p:cNvSpPr>
          <p:nvPr>
            <p:ph type="title"/>
          </p:nvPr>
        </p:nvSpPr>
        <p:spPr/>
        <p:txBody>
          <a:bodyPr/>
          <a:lstStyle/>
          <a:p>
            <a:r>
              <a:rPr lang="en-GB" dirty="0"/>
              <a:t>Degrees of Freedom</a:t>
            </a:r>
          </a:p>
        </p:txBody>
      </p:sp>
      <p:graphicFrame>
        <p:nvGraphicFramePr>
          <p:cNvPr id="7" name="Table 6">
            <a:extLst>
              <a:ext uri="{FF2B5EF4-FFF2-40B4-BE49-F238E27FC236}">
                <a16:creationId xmlns:a16="http://schemas.microsoft.com/office/drawing/2014/main" id="{253AF4D0-4F81-1103-A059-EE829ED2E155}"/>
              </a:ext>
            </a:extLst>
          </p:cNvPr>
          <p:cNvGraphicFramePr>
            <a:graphicFrameLocks noGrp="1"/>
          </p:cNvGraphicFramePr>
          <p:nvPr>
            <p:extLst>
              <p:ext uri="{D42A27DB-BD31-4B8C-83A1-F6EECF244321}">
                <p14:modId xmlns:p14="http://schemas.microsoft.com/office/powerpoint/2010/main" val="458499570"/>
              </p:ext>
            </p:extLst>
          </p:nvPr>
        </p:nvGraphicFramePr>
        <p:xfrm>
          <a:off x="453000" y="1497012"/>
          <a:ext cx="8238000" cy="2149476"/>
        </p:xfrm>
        <a:graphic>
          <a:graphicData uri="http://schemas.openxmlformats.org/drawingml/2006/table">
            <a:tbl>
              <a:tblPr firstRow="1" bandRow="1">
                <a:tableStyleId>{5C22544A-7EE6-4342-B048-85BDC9FD1C3A}</a:tableStyleId>
              </a:tblPr>
              <a:tblGrid>
                <a:gridCol w="2746000">
                  <a:extLst>
                    <a:ext uri="{9D8B030D-6E8A-4147-A177-3AD203B41FA5}">
                      <a16:colId xmlns:a16="http://schemas.microsoft.com/office/drawing/2014/main" val="557843083"/>
                    </a:ext>
                  </a:extLst>
                </a:gridCol>
                <a:gridCol w="2746000">
                  <a:extLst>
                    <a:ext uri="{9D8B030D-6E8A-4147-A177-3AD203B41FA5}">
                      <a16:colId xmlns:a16="http://schemas.microsoft.com/office/drawing/2014/main" val="1480380430"/>
                    </a:ext>
                  </a:extLst>
                </a:gridCol>
                <a:gridCol w="2746000">
                  <a:extLst>
                    <a:ext uri="{9D8B030D-6E8A-4147-A177-3AD203B41FA5}">
                      <a16:colId xmlns:a16="http://schemas.microsoft.com/office/drawing/2014/main" val="2996654974"/>
                    </a:ext>
                  </a:extLst>
                </a:gridCol>
              </a:tblGrid>
              <a:tr h="448319">
                <a:tc>
                  <a:txBody>
                    <a:bodyPr/>
                    <a:lstStyle/>
                    <a:p>
                      <a:pPr>
                        <a:buNone/>
                      </a:pPr>
                      <a:r>
                        <a:rPr lang="en-GB" dirty="0">
                          <a:latin typeface="Lora" pitchFamily="2" charset="0"/>
                        </a:rPr>
                        <a:t>Freedom Level</a:t>
                      </a:r>
                    </a:p>
                  </a:txBody>
                  <a:tcPr anchor="ctr"/>
                </a:tc>
                <a:tc>
                  <a:txBody>
                    <a:bodyPr/>
                    <a:lstStyle/>
                    <a:p>
                      <a:pPr>
                        <a:buNone/>
                      </a:pPr>
                      <a:r>
                        <a:rPr lang="en-GB" dirty="0">
                          <a:latin typeface="Lora" pitchFamily="2" charset="0"/>
                        </a:rPr>
                        <a:t>When to Use</a:t>
                      </a:r>
                    </a:p>
                  </a:txBody>
                  <a:tcPr anchor="ctr"/>
                </a:tc>
                <a:tc>
                  <a:txBody>
                    <a:bodyPr/>
                    <a:lstStyle/>
                    <a:p>
                      <a:pPr>
                        <a:buNone/>
                      </a:pPr>
                      <a:r>
                        <a:rPr lang="en-GB">
                          <a:latin typeface="Lora" pitchFamily="2" charset="0"/>
                        </a:rPr>
                        <a:t>Example</a:t>
                      </a:r>
                    </a:p>
                  </a:txBody>
                  <a:tcPr anchor="ctr"/>
                </a:tc>
                <a:extLst>
                  <a:ext uri="{0D108BD9-81ED-4DB2-BD59-A6C34878D82A}">
                    <a16:rowId xmlns:a16="http://schemas.microsoft.com/office/drawing/2014/main" val="247705804"/>
                  </a:ext>
                </a:extLst>
              </a:tr>
              <a:tr h="626419">
                <a:tc>
                  <a:txBody>
                    <a:bodyPr/>
                    <a:lstStyle/>
                    <a:p>
                      <a:pPr>
                        <a:buNone/>
                      </a:pPr>
                      <a:r>
                        <a:rPr lang="en-GB">
                          <a:latin typeface="Lora" pitchFamily="2" charset="0"/>
                        </a:rPr>
                        <a:t>High</a:t>
                      </a:r>
                    </a:p>
                  </a:txBody>
                  <a:tcPr anchor="ctr"/>
                </a:tc>
                <a:tc>
                  <a:txBody>
                    <a:bodyPr/>
                    <a:lstStyle/>
                    <a:p>
                      <a:pPr>
                        <a:buNone/>
                      </a:pPr>
                      <a:r>
                        <a:rPr lang="en-GB" dirty="0">
                          <a:latin typeface="Lora" pitchFamily="2" charset="0"/>
                        </a:rPr>
                        <a:t>Multiple approaches valid</a:t>
                      </a:r>
                    </a:p>
                  </a:txBody>
                  <a:tcPr anchor="ctr"/>
                </a:tc>
                <a:tc>
                  <a:txBody>
                    <a:bodyPr/>
                    <a:lstStyle/>
                    <a:p>
                      <a:pPr>
                        <a:buNone/>
                      </a:pPr>
                      <a:r>
                        <a:rPr lang="en-GB">
                          <a:latin typeface="Lora" pitchFamily="2" charset="0"/>
                        </a:rPr>
                        <a:t>Code review guidelines</a:t>
                      </a:r>
                    </a:p>
                  </a:txBody>
                  <a:tcPr anchor="ctr"/>
                </a:tc>
                <a:extLst>
                  <a:ext uri="{0D108BD9-81ED-4DB2-BD59-A6C34878D82A}">
                    <a16:rowId xmlns:a16="http://schemas.microsoft.com/office/drawing/2014/main" val="610858539"/>
                  </a:ext>
                </a:extLst>
              </a:tr>
              <a:tr h="626419">
                <a:tc>
                  <a:txBody>
                    <a:bodyPr/>
                    <a:lstStyle/>
                    <a:p>
                      <a:pPr>
                        <a:buNone/>
                      </a:pPr>
                      <a:r>
                        <a:rPr lang="en-GB">
                          <a:latin typeface="Lora" pitchFamily="2" charset="0"/>
                        </a:rPr>
                        <a:t>Medium</a:t>
                      </a:r>
                    </a:p>
                  </a:txBody>
                  <a:tcPr anchor="ctr"/>
                </a:tc>
                <a:tc>
                  <a:txBody>
                    <a:bodyPr/>
                    <a:lstStyle/>
                    <a:p>
                      <a:pPr>
                        <a:buNone/>
                      </a:pPr>
                      <a:r>
                        <a:rPr lang="en-GB" dirty="0">
                          <a:latin typeface="Lora" pitchFamily="2" charset="0"/>
                        </a:rPr>
                        <a:t>Preferred pattern exists</a:t>
                      </a:r>
                    </a:p>
                  </a:txBody>
                  <a:tcPr anchor="ctr"/>
                </a:tc>
                <a:tc>
                  <a:txBody>
                    <a:bodyPr/>
                    <a:lstStyle/>
                    <a:p>
                      <a:pPr>
                        <a:buNone/>
                      </a:pPr>
                      <a:r>
                        <a:rPr lang="en-GB">
                          <a:latin typeface="Lora" pitchFamily="2" charset="0"/>
                        </a:rPr>
                        <a:t>Report templates</a:t>
                      </a:r>
                    </a:p>
                  </a:txBody>
                  <a:tcPr anchor="ctr"/>
                </a:tc>
                <a:extLst>
                  <a:ext uri="{0D108BD9-81ED-4DB2-BD59-A6C34878D82A}">
                    <a16:rowId xmlns:a16="http://schemas.microsoft.com/office/drawing/2014/main" val="2223908046"/>
                  </a:ext>
                </a:extLst>
              </a:tr>
              <a:tr h="448319">
                <a:tc>
                  <a:txBody>
                    <a:bodyPr/>
                    <a:lstStyle/>
                    <a:p>
                      <a:pPr>
                        <a:buNone/>
                      </a:pPr>
                      <a:r>
                        <a:rPr lang="en-GB">
                          <a:latin typeface="Lora" pitchFamily="2" charset="0"/>
                        </a:rPr>
                        <a:t>Low</a:t>
                      </a:r>
                    </a:p>
                  </a:txBody>
                  <a:tcPr anchor="ctr"/>
                </a:tc>
                <a:tc>
                  <a:txBody>
                    <a:bodyPr/>
                    <a:lstStyle/>
                    <a:p>
                      <a:pPr>
                        <a:buNone/>
                      </a:pPr>
                      <a:r>
                        <a:rPr lang="en-GB" dirty="0">
                          <a:latin typeface="Lora" pitchFamily="2" charset="0"/>
                        </a:rPr>
                        <a:t>Operations are fragile</a:t>
                      </a:r>
                    </a:p>
                  </a:txBody>
                  <a:tcPr anchor="ctr"/>
                </a:tc>
                <a:tc>
                  <a:txBody>
                    <a:bodyPr/>
                    <a:lstStyle/>
                    <a:p>
                      <a:pPr>
                        <a:buNone/>
                      </a:pPr>
                      <a:r>
                        <a:rPr lang="en-GB" dirty="0">
                          <a:latin typeface="Lora" pitchFamily="2" charset="0"/>
                        </a:rPr>
                        <a:t>Database migrations</a:t>
                      </a:r>
                    </a:p>
                  </a:txBody>
                  <a:tcPr anchor="ctr"/>
                </a:tc>
                <a:extLst>
                  <a:ext uri="{0D108BD9-81ED-4DB2-BD59-A6C34878D82A}">
                    <a16:rowId xmlns:a16="http://schemas.microsoft.com/office/drawing/2014/main" val="2852939687"/>
                  </a:ext>
                </a:extLst>
              </a:tr>
            </a:tbl>
          </a:graphicData>
        </a:graphic>
      </p:graphicFrame>
    </p:spTree>
    <p:extLst>
      <p:ext uri="{BB962C8B-B14F-4D97-AF65-F5344CB8AC3E}">
        <p14:creationId xmlns:p14="http://schemas.microsoft.com/office/powerpoint/2010/main" val="3215038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92B77-B66D-F21C-2266-8939204FCC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55DEFD-4AE2-2960-A31C-94210FF92F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
        <p:nvSpPr>
          <p:cNvPr id="4" name="Title 3">
            <a:extLst>
              <a:ext uri="{FF2B5EF4-FFF2-40B4-BE49-F238E27FC236}">
                <a16:creationId xmlns:a16="http://schemas.microsoft.com/office/drawing/2014/main" id="{69AC7749-19AB-841B-D751-CC53DF8B9627}"/>
              </a:ext>
            </a:extLst>
          </p:cNvPr>
          <p:cNvSpPr>
            <a:spLocks noGrp="1"/>
          </p:cNvSpPr>
          <p:nvPr>
            <p:ph type="title"/>
          </p:nvPr>
        </p:nvSpPr>
        <p:spPr/>
        <p:txBody>
          <a:bodyPr/>
          <a:lstStyle/>
          <a:p>
            <a:r>
              <a:rPr lang="en-GB" dirty="0"/>
              <a:t>Degrees of Freedom – High</a:t>
            </a:r>
          </a:p>
        </p:txBody>
      </p:sp>
      <p:pic>
        <p:nvPicPr>
          <p:cNvPr id="10" name="Picture 9">
            <a:extLst>
              <a:ext uri="{FF2B5EF4-FFF2-40B4-BE49-F238E27FC236}">
                <a16:creationId xmlns:a16="http://schemas.microsoft.com/office/drawing/2014/main" id="{97DE9F98-85A3-65B3-F96A-C52204448931}"/>
              </a:ext>
            </a:extLst>
          </p:cNvPr>
          <p:cNvPicPr>
            <a:picLocks noChangeAspect="1"/>
          </p:cNvPicPr>
          <p:nvPr/>
        </p:nvPicPr>
        <p:blipFill>
          <a:blip r:embed="rId2"/>
          <a:stretch>
            <a:fillRect/>
          </a:stretch>
        </p:blipFill>
        <p:spPr>
          <a:xfrm>
            <a:off x="0" y="1136142"/>
            <a:ext cx="9144000" cy="2871216"/>
          </a:xfrm>
          <a:prstGeom prst="rect">
            <a:avLst/>
          </a:prstGeom>
        </p:spPr>
      </p:pic>
    </p:spTree>
    <p:extLst>
      <p:ext uri="{BB962C8B-B14F-4D97-AF65-F5344CB8AC3E}">
        <p14:creationId xmlns:p14="http://schemas.microsoft.com/office/powerpoint/2010/main" val="3614609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0BCA8-06AB-8726-7C34-F6AB2DD8AE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48DB8C-BC9E-7E75-A009-5555BC0A1DF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4" name="Title 3">
            <a:extLst>
              <a:ext uri="{FF2B5EF4-FFF2-40B4-BE49-F238E27FC236}">
                <a16:creationId xmlns:a16="http://schemas.microsoft.com/office/drawing/2014/main" id="{AF8B7188-042C-0603-BAFB-3FC88A183717}"/>
              </a:ext>
            </a:extLst>
          </p:cNvPr>
          <p:cNvSpPr>
            <a:spLocks noGrp="1"/>
          </p:cNvSpPr>
          <p:nvPr>
            <p:ph type="title"/>
          </p:nvPr>
        </p:nvSpPr>
        <p:spPr/>
        <p:txBody>
          <a:bodyPr/>
          <a:lstStyle/>
          <a:p>
            <a:r>
              <a:rPr lang="en-GB" dirty="0"/>
              <a:t>Degrees of Freedom – Medium</a:t>
            </a:r>
          </a:p>
        </p:txBody>
      </p:sp>
      <p:pic>
        <p:nvPicPr>
          <p:cNvPr id="5" name="Picture 4">
            <a:extLst>
              <a:ext uri="{FF2B5EF4-FFF2-40B4-BE49-F238E27FC236}">
                <a16:creationId xmlns:a16="http://schemas.microsoft.com/office/drawing/2014/main" id="{5679E81D-6A35-827E-EAAB-746BD17EAA96}"/>
              </a:ext>
            </a:extLst>
          </p:cNvPr>
          <p:cNvPicPr>
            <a:picLocks noChangeAspect="1"/>
          </p:cNvPicPr>
          <p:nvPr/>
        </p:nvPicPr>
        <p:blipFill>
          <a:blip r:embed="rId2"/>
          <a:stretch>
            <a:fillRect/>
          </a:stretch>
        </p:blipFill>
        <p:spPr>
          <a:xfrm>
            <a:off x="0" y="944118"/>
            <a:ext cx="9144000" cy="3255264"/>
          </a:xfrm>
          <a:prstGeom prst="rect">
            <a:avLst/>
          </a:prstGeom>
        </p:spPr>
      </p:pic>
    </p:spTree>
    <p:extLst>
      <p:ext uri="{BB962C8B-B14F-4D97-AF65-F5344CB8AC3E}">
        <p14:creationId xmlns:p14="http://schemas.microsoft.com/office/powerpoint/2010/main" val="1751294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07752-56CB-FF78-8738-3AB47B7A87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AEC20F-86CF-8FAD-C0A3-408BA44A0F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4" name="Title 3">
            <a:extLst>
              <a:ext uri="{FF2B5EF4-FFF2-40B4-BE49-F238E27FC236}">
                <a16:creationId xmlns:a16="http://schemas.microsoft.com/office/drawing/2014/main" id="{2B08AB27-9FCF-5D21-0881-AEBFD6AAE188}"/>
              </a:ext>
            </a:extLst>
          </p:cNvPr>
          <p:cNvSpPr>
            <a:spLocks noGrp="1"/>
          </p:cNvSpPr>
          <p:nvPr>
            <p:ph type="title"/>
          </p:nvPr>
        </p:nvSpPr>
        <p:spPr/>
        <p:txBody>
          <a:bodyPr/>
          <a:lstStyle/>
          <a:p>
            <a:r>
              <a:rPr lang="en-GB" dirty="0"/>
              <a:t>Degrees of Freedom – Low</a:t>
            </a:r>
          </a:p>
        </p:txBody>
      </p:sp>
      <p:pic>
        <p:nvPicPr>
          <p:cNvPr id="6" name="Picture 5">
            <a:extLst>
              <a:ext uri="{FF2B5EF4-FFF2-40B4-BE49-F238E27FC236}">
                <a16:creationId xmlns:a16="http://schemas.microsoft.com/office/drawing/2014/main" id="{C355F130-5819-CF55-CF5D-9E96E5FC254D}"/>
              </a:ext>
            </a:extLst>
          </p:cNvPr>
          <p:cNvPicPr>
            <a:picLocks noChangeAspect="1"/>
          </p:cNvPicPr>
          <p:nvPr/>
        </p:nvPicPr>
        <p:blipFill>
          <a:blip r:embed="rId2"/>
          <a:stretch>
            <a:fillRect/>
          </a:stretch>
        </p:blipFill>
        <p:spPr>
          <a:xfrm>
            <a:off x="0" y="1026414"/>
            <a:ext cx="9144000" cy="3090672"/>
          </a:xfrm>
          <a:prstGeom prst="rect">
            <a:avLst/>
          </a:prstGeom>
        </p:spPr>
      </p:pic>
    </p:spTree>
    <p:extLst>
      <p:ext uri="{BB962C8B-B14F-4D97-AF65-F5344CB8AC3E}">
        <p14:creationId xmlns:p14="http://schemas.microsoft.com/office/powerpoint/2010/main" val="950937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025CA44-38D5-3464-DDB2-25E4E8ABE605}"/>
              </a:ext>
            </a:extLst>
          </p:cNvPr>
          <p:cNvSpPr>
            <a:spLocks noGrp="1"/>
          </p:cNvSpPr>
          <p:nvPr>
            <p:ph type="title"/>
          </p:nvPr>
        </p:nvSpPr>
        <p:spPr/>
        <p:txBody>
          <a:bodyPr/>
          <a:lstStyle/>
          <a:p>
            <a:pPr algn="ctr"/>
            <a:r>
              <a:rPr lang="en-GB" dirty="0"/>
              <a:t>Test with all models you plan to use</a:t>
            </a:r>
          </a:p>
        </p:txBody>
      </p:sp>
      <p:sp>
        <p:nvSpPr>
          <p:cNvPr id="2" name="Slide Number Placeholder 1">
            <a:extLst>
              <a:ext uri="{FF2B5EF4-FFF2-40B4-BE49-F238E27FC236}">
                <a16:creationId xmlns:a16="http://schemas.microsoft.com/office/drawing/2014/main" id="{4EB7ED6A-CA54-A980-F76E-F1A2AE0150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
        <p:nvSpPr>
          <p:cNvPr id="13" name="TextBox 12">
            <a:extLst>
              <a:ext uri="{FF2B5EF4-FFF2-40B4-BE49-F238E27FC236}">
                <a16:creationId xmlns:a16="http://schemas.microsoft.com/office/drawing/2014/main" id="{30EC3CFF-1306-EBF2-993C-ED773E1A48F3}"/>
              </a:ext>
            </a:extLst>
          </p:cNvPr>
          <p:cNvSpPr txBox="1"/>
          <p:nvPr/>
        </p:nvSpPr>
        <p:spPr>
          <a:xfrm>
            <a:off x="456825" y="1789580"/>
            <a:ext cx="8060641" cy="15643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82600" indent="-342900">
              <a:lnSpc>
                <a:spcPct val="115000"/>
              </a:lnSpc>
              <a:buClr>
                <a:srgbClr val="B0AEA5"/>
              </a:buClr>
              <a:buSzPts val="1400"/>
              <a:buFont typeface="+mj-lt"/>
              <a:buAutoNum type="arabicPeriod"/>
              <a:defRPr>
                <a:solidFill>
                  <a:schemeClr val="dk1"/>
                </a:solidFill>
                <a:latin typeface="Lora"/>
                <a:ea typeface="Lora"/>
                <a:cs typeface="Lora"/>
                <a:sym typeface="Lora"/>
              </a:defRPr>
            </a:lvl1pPr>
            <a:lvl2pPr marL="914400" indent="-304800">
              <a:lnSpc>
                <a:spcPct val="115000"/>
              </a:lnSpc>
              <a:spcBef>
                <a:spcPts val="1000"/>
              </a:spcBef>
              <a:buClr>
                <a:srgbClr val="B0AEA5"/>
              </a:buClr>
              <a:buSzPts val="1200"/>
              <a:buFont typeface="Lora"/>
              <a:buChar char="○"/>
              <a:defRPr sz="1200">
                <a:solidFill>
                  <a:schemeClr val="dk1"/>
                </a:solidFill>
                <a:latin typeface="Lora"/>
                <a:ea typeface="Lora"/>
                <a:cs typeface="Lora"/>
                <a:sym typeface="Lora"/>
              </a:defRPr>
            </a:lvl2pPr>
            <a:lvl3pPr marL="1371600" indent="-292100">
              <a:lnSpc>
                <a:spcPct val="115000"/>
              </a:lnSpc>
              <a:spcBef>
                <a:spcPts val="1000"/>
              </a:spcBef>
              <a:buClr>
                <a:srgbClr val="B0AEA5"/>
              </a:buClr>
              <a:buSzPts val="1000"/>
              <a:buFont typeface="Lora"/>
              <a:buChar char="■"/>
              <a:defRPr sz="1000">
                <a:solidFill>
                  <a:schemeClr val="dk1"/>
                </a:solidFill>
                <a:latin typeface="Lora"/>
                <a:ea typeface="Lora"/>
                <a:cs typeface="Lora"/>
                <a:sym typeface="Lora"/>
              </a:defRPr>
            </a:lvl3pPr>
            <a:lvl4pPr marL="1828800" indent="-292100">
              <a:lnSpc>
                <a:spcPct val="115000"/>
              </a:lnSpc>
              <a:spcBef>
                <a:spcPts val="1000"/>
              </a:spcBef>
              <a:buClr>
                <a:srgbClr val="B0AEA5"/>
              </a:buClr>
              <a:buSzPts val="1000"/>
              <a:buFont typeface="Lora"/>
              <a:buChar char="●"/>
              <a:defRPr sz="1000">
                <a:solidFill>
                  <a:schemeClr val="dk1"/>
                </a:solidFill>
                <a:latin typeface="Lora"/>
                <a:ea typeface="Lora"/>
                <a:cs typeface="Lora"/>
                <a:sym typeface="Lora"/>
              </a:defRPr>
            </a:lvl4pPr>
            <a:lvl5pPr marL="2286000" indent="-292100">
              <a:lnSpc>
                <a:spcPct val="115000"/>
              </a:lnSpc>
              <a:spcBef>
                <a:spcPts val="1000"/>
              </a:spcBef>
              <a:buClr>
                <a:srgbClr val="B0AEA5"/>
              </a:buClr>
              <a:buSzPts val="1000"/>
              <a:buFont typeface="Lora"/>
              <a:buChar char="○"/>
              <a:defRPr sz="1000">
                <a:solidFill>
                  <a:schemeClr val="dk1"/>
                </a:solidFill>
                <a:latin typeface="Lora"/>
                <a:ea typeface="Lora"/>
                <a:cs typeface="Lora"/>
                <a:sym typeface="Lora"/>
              </a:defRPr>
            </a:lvl5pPr>
            <a:lvl6pPr marL="2743200" indent="-292100">
              <a:lnSpc>
                <a:spcPct val="115000"/>
              </a:lnSpc>
              <a:spcBef>
                <a:spcPts val="1000"/>
              </a:spcBef>
              <a:buClr>
                <a:srgbClr val="B0AEA5"/>
              </a:buClr>
              <a:buSzPts val="1000"/>
              <a:buFont typeface="Lora"/>
              <a:buChar char="■"/>
              <a:defRPr sz="1000">
                <a:solidFill>
                  <a:schemeClr val="dk1"/>
                </a:solidFill>
                <a:latin typeface="Lora"/>
                <a:ea typeface="Lora"/>
                <a:cs typeface="Lora"/>
                <a:sym typeface="Lora"/>
              </a:defRPr>
            </a:lvl6pPr>
            <a:lvl7pPr marL="3200400" indent="-292100">
              <a:lnSpc>
                <a:spcPct val="115000"/>
              </a:lnSpc>
              <a:spcBef>
                <a:spcPts val="1000"/>
              </a:spcBef>
              <a:buClr>
                <a:srgbClr val="B0AEA5"/>
              </a:buClr>
              <a:buSzPts val="1000"/>
              <a:buFont typeface="Lora"/>
              <a:buChar char="●"/>
              <a:defRPr sz="1000">
                <a:solidFill>
                  <a:schemeClr val="dk1"/>
                </a:solidFill>
                <a:latin typeface="Lora"/>
                <a:ea typeface="Lora"/>
                <a:cs typeface="Lora"/>
                <a:sym typeface="Lora"/>
              </a:defRPr>
            </a:lvl7pPr>
            <a:lvl8pPr marL="3657600" indent="-292100">
              <a:lnSpc>
                <a:spcPct val="115000"/>
              </a:lnSpc>
              <a:spcBef>
                <a:spcPts val="1000"/>
              </a:spcBef>
              <a:buClr>
                <a:srgbClr val="B0AEA5"/>
              </a:buClr>
              <a:buSzPts val="1000"/>
              <a:buFont typeface="Lora"/>
              <a:buChar char="○"/>
              <a:defRPr sz="1000">
                <a:solidFill>
                  <a:schemeClr val="dk1"/>
                </a:solidFill>
                <a:latin typeface="Lora"/>
                <a:ea typeface="Lora"/>
                <a:cs typeface="Lora"/>
                <a:sym typeface="Lora"/>
              </a:defRPr>
            </a:lvl8pPr>
            <a:lvl9pPr marL="4114800" indent="-292100">
              <a:lnSpc>
                <a:spcPct val="115000"/>
              </a:lnSpc>
              <a:spcBef>
                <a:spcPts val="1000"/>
              </a:spcBef>
              <a:spcAft>
                <a:spcPts val="1000"/>
              </a:spcAft>
              <a:buClr>
                <a:srgbClr val="B0AEA5"/>
              </a:buClr>
              <a:buSzPts val="1000"/>
              <a:buFont typeface="Lora"/>
              <a:buChar char="■"/>
              <a:defRPr sz="1000">
                <a:solidFill>
                  <a:schemeClr val="dk1"/>
                </a:solidFill>
                <a:latin typeface="Lora"/>
                <a:ea typeface="Lora"/>
                <a:cs typeface="Lora"/>
                <a:sym typeface="Lora"/>
              </a:defRPr>
            </a:lvl9pPr>
          </a:lstStyle>
          <a:p>
            <a:pPr marL="139700" indent="0">
              <a:buNone/>
            </a:pPr>
            <a:r>
              <a:rPr lang="en-GB" b="1" dirty="0"/>
              <a:t>Testing considerations by model</a:t>
            </a:r>
            <a:r>
              <a:rPr lang="en-GB" dirty="0"/>
              <a:t>:</a:t>
            </a:r>
            <a:endParaRPr lang="en-GB" b="1" dirty="0"/>
          </a:p>
          <a:p>
            <a:r>
              <a:rPr lang="en-GB" b="1" dirty="0"/>
              <a:t>Claude Haiku </a:t>
            </a:r>
            <a:r>
              <a:rPr lang="en-GB" dirty="0"/>
              <a:t>(fast, economical): Does the Skill provide enough guidance?</a:t>
            </a:r>
          </a:p>
          <a:p>
            <a:r>
              <a:rPr lang="en-GB" b="1" dirty="0"/>
              <a:t>Claude Sonnet </a:t>
            </a:r>
            <a:r>
              <a:rPr lang="en-GB" dirty="0"/>
              <a:t>(balanced): Is the Skill clear and efficient?</a:t>
            </a:r>
          </a:p>
          <a:p>
            <a:r>
              <a:rPr lang="en-GB" b="1" dirty="0"/>
              <a:t>Claude Opus </a:t>
            </a:r>
            <a:r>
              <a:rPr lang="en-GB" dirty="0"/>
              <a:t>(powerful reasoning): Does the Skill avoid over-explaining?</a:t>
            </a:r>
          </a:p>
          <a:p>
            <a:pPr marL="139700" indent="0">
              <a:buNone/>
            </a:pPr>
            <a:r>
              <a:rPr lang="en-GB" dirty="0"/>
              <a:t>What works perfectly for Opus might need more detail for Haiku. If you plan to use your Skill across multiple models, aim for instructions that work well with all of them.</a:t>
            </a:r>
          </a:p>
        </p:txBody>
      </p:sp>
    </p:spTree>
    <p:extLst>
      <p:ext uri="{BB962C8B-B14F-4D97-AF65-F5344CB8AC3E}">
        <p14:creationId xmlns:p14="http://schemas.microsoft.com/office/powerpoint/2010/main" val="3044451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2">
          <a:extLst>
            <a:ext uri="{FF2B5EF4-FFF2-40B4-BE49-F238E27FC236}">
              <a16:creationId xmlns:a16="http://schemas.microsoft.com/office/drawing/2014/main" id="{1A16AFAF-3D90-0010-8DAF-AE13EECB959A}"/>
            </a:ext>
          </a:extLst>
        </p:cNvPr>
        <p:cNvGrpSpPr/>
        <p:nvPr/>
      </p:nvGrpSpPr>
      <p:grpSpPr>
        <a:xfrm>
          <a:off x="0" y="0"/>
          <a:ext cx="0" cy="0"/>
          <a:chOff x="0" y="0"/>
          <a:chExt cx="0" cy="0"/>
        </a:xfrm>
      </p:grpSpPr>
      <p:sp>
        <p:nvSpPr>
          <p:cNvPr id="503" name="Google Shape;503;p63">
            <a:extLst>
              <a:ext uri="{FF2B5EF4-FFF2-40B4-BE49-F238E27FC236}">
                <a16:creationId xmlns:a16="http://schemas.microsoft.com/office/drawing/2014/main" id="{DC0AA58F-1BD9-CD85-130E-940781019FE4}"/>
              </a:ext>
            </a:extLst>
          </p:cNvPr>
          <p:cNvSpPr txBox="1">
            <a:spLocks noGrp="1"/>
          </p:cNvSpPr>
          <p:nvPr>
            <p:ph type="ctrTitle"/>
          </p:nvPr>
        </p:nvSpPr>
        <p:spPr>
          <a:xfrm>
            <a:off x="455775" y="1776997"/>
            <a:ext cx="6402300" cy="1654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Hands-on Session</a:t>
            </a:r>
            <a:endParaRPr dirty="0"/>
          </a:p>
        </p:txBody>
      </p:sp>
      <p:sp>
        <p:nvSpPr>
          <p:cNvPr id="504" name="Google Shape;504;p63">
            <a:extLst>
              <a:ext uri="{FF2B5EF4-FFF2-40B4-BE49-F238E27FC236}">
                <a16:creationId xmlns:a16="http://schemas.microsoft.com/office/drawing/2014/main" id="{12016A2E-29F1-0813-0C2D-A1824F32A705}"/>
              </a:ext>
            </a:extLst>
          </p:cNvPr>
          <p:cNvSpPr txBox="1">
            <a:spLocks noGrp="1"/>
          </p:cNvSpPr>
          <p:nvPr>
            <p:ph type="subTitle" idx="1"/>
          </p:nvPr>
        </p:nvSpPr>
        <p:spPr>
          <a:xfrm>
            <a:off x="474091" y="1314597"/>
            <a:ext cx="5099857" cy="320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Claude Builder Club – Skills Workshop</a:t>
            </a:r>
            <a:endParaRPr dirty="0"/>
          </a:p>
        </p:txBody>
      </p:sp>
      <p:sp>
        <p:nvSpPr>
          <p:cNvPr id="505" name="Google Shape;505;p63">
            <a:extLst>
              <a:ext uri="{FF2B5EF4-FFF2-40B4-BE49-F238E27FC236}">
                <a16:creationId xmlns:a16="http://schemas.microsoft.com/office/drawing/2014/main" id="{96B1F1E2-1AFC-E8ED-DC32-1CE50563FB10}"/>
              </a:ext>
            </a:extLst>
          </p:cNvPr>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33</a:t>
            </a:fld>
            <a:endParaRPr/>
          </a:p>
        </p:txBody>
      </p:sp>
    </p:spTree>
    <p:extLst>
      <p:ext uri="{BB962C8B-B14F-4D97-AF65-F5344CB8AC3E}">
        <p14:creationId xmlns:p14="http://schemas.microsoft.com/office/powerpoint/2010/main" val="21144294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1" name="Google Shape;511;p64"/>
          <p:cNvSpPr txBox="1">
            <a:spLocks noGrp="1"/>
          </p:cNvSpPr>
          <p:nvPr>
            <p:ph type="ctrTitle"/>
          </p:nvPr>
        </p:nvSpPr>
        <p:spPr>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Thank you</a:t>
            </a:r>
            <a:endParaRPr dirty="0"/>
          </a:p>
        </p:txBody>
      </p:sp>
      <p:sp>
        <p:nvSpPr>
          <p:cNvPr id="510" name="Google Shape;510;p64"/>
          <p:cNvSpPr txBox="1">
            <a:spLocks noGrp="1"/>
          </p:cNvSpPr>
          <p:nvPr>
            <p:ph type="title" idx="4294967295"/>
          </p:nvPr>
        </p:nvSpPr>
        <p:spPr>
          <a:xfrm>
            <a:off x="0" y="457200"/>
            <a:ext cx="5432425" cy="211455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Anthropic Slide Template">
  <a:themeElements>
    <a:clrScheme name="Simple Light">
      <a:dk1>
        <a:srgbClr val="141413"/>
      </a:dk1>
      <a:lt1>
        <a:srgbClr val="FAF9F5"/>
      </a:lt1>
      <a:dk2>
        <a:srgbClr val="B0AEA5"/>
      </a:dk2>
      <a:lt2>
        <a:srgbClr val="E8E6DC"/>
      </a:lt2>
      <a:accent1>
        <a:srgbClr val="D97757"/>
      </a:accent1>
      <a:accent2>
        <a:srgbClr val="6A9BCC"/>
      </a:accent2>
      <a:accent3>
        <a:srgbClr val="788C5D"/>
      </a:accent3>
      <a:accent4>
        <a:srgbClr val="EBCECE"/>
      </a:accent4>
      <a:accent5>
        <a:srgbClr val="CBCADB"/>
      </a:accent5>
      <a:accent6>
        <a:srgbClr val="BCD1CA"/>
      </a:accent6>
      <a:hlink>
        <a:srgbClr val="14141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over Pages">
  <a:themeElements>
    <a:clrScheme name="Cover Pages">
      <a:dk1>
        <a:srgbClr val="000000"/>
      </a:dk1>
      <a:lt1>
        <a:srgbClr val="FFFFFF"/>
      </a:lt1>
      <a:dk2>
        <a:srgbClr val="A7A7A7"/>
      </a:dk2>
      <a:lt2>
        <a:srgbClr val="535353"/>
      </a:lt2>
      <a:accent1>
        <a:srgbClr val="FFDA00"/>
      </a:accent1>
      <a:accent2>
        <a:srgbClr val="EE1F37"/>
      </a:accent2>
      <a:accent3>
        <a:srgbClr val="45002B"/>
      </a:accent3>
      <a:accent4>
        <a:srgbClr val="81D3F7"/>
      </a:accent4>
      <a:accent5>
        <a:srgbClr val="0081A0"/>
      </a:accent5>
      <a:accent6>
        <a:srgbClr val="00164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848</TotalTime>
  <Words>1248</Words>
  <Application>Microsoft Office PowerPoint</Application>
  <PresentationFormat>On-screen Show (16:9)</PresentationFormat>
  <Paragraphs>177</Paragraphs>
  <Slides>35</Slides>
  <Notes>19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35</vt:i4>
      </vt:variant>
    </vt:vector>
  </HeadingPairs>
  <TitlesOfParts>
    <vt:vector size="49" baseType="lpstr">
      <vt:lpstr>Lora</vt:lpstr>
      <vt:lpstr>Montserrat</vt:lpstr>
      <vt:lpstr>Lora SemiBold</vt:lpstr>
      <vt:lpstr>Times</vt:lpstr>
      <vt:lpstr>FiraCode Nerd Font</vt:lpstr>
      <vt:lpstr>Poppins SemiBold</vt:lpstr>
      <vt:lpstr>Helvetica Neue</vt:lpstr>
      <vt:lpstr>Poppins Medium</vt:lpstr>
      <vt:lpstr>Lora Medium</vt:lpstr>
      <vt:lpstr>Montserrat Medium</vt:lpstr>
      <vt:lpstr>Arial</vt:lpstr>
      <vt:lpstr>Poppins</vt:lpstr>
      <vt:lpstr>Anthropic Slide Template</vt:lpstr>
      <vt:lpstr>2_Cover Pages</vt:lpstr>
      <vt:lpstr>PowerPoint Presentation</vt:lpstr>
      <vt:lpstr>Table of contents</vt:lpstr>
      <vt:lpstr>We founded Anthropic because we believe the impact of AI might be comparable to that of the industrial and scientific revolutions, but we aren’t confident it will go well. And we also believe this level of impact could start to arrive soon – perhaps in the coming decade."</vt:lpstr>
      <vt:lpstr>PowerPoint Presentation</vt:lpstr>
      <vt:lpstr>Where others promise easy answers, Claude provides the cognitive power to take on harder problems.  Claude is the AI for problem solvers. </vt:lpstr>
      <vt:lpstr>PowerPoint Presentation</vt:lpstr>
      <vt:lpstr>Join the Claude Builder Club CBC is run by the Cambridge University AI Builder Club (CUABC). To receive benefits and event notifications, you'll need to sign up for both the society and CBC using the QR codes below.</vt:lpstr>
      <vt:lpstr>What is MCP?</vt:lpstr>
      <vt:lpstr>Model Context Protocol  </vt:lpstr>
      <vt:lpstr>What is MCP? The Model Context Protocol (MCP) is an open standard that allows large language models (LLMs) to communicate with external data, tools, and applications. It acts as a standardised interface, enabling AI agents to access resources like databases, search engines, and local files, so they can perform tasks beyond their initial training data. </vt:lpstr>
      <vt:lpstr>MCP Architecture   </vt:lpstr>
      <vt:lpstr>Hands-on Session</vt:lpstr>
      <vt:lpstr>Workshop Materials</vt:lpstr>
      <vt:lpstr>What are Skills?</vt:lpstr>
      <vt:lpstr>Skills</vt:lpstr>
      <vt:lpstr>How Skills work</vt:lpstr>
      <vt:lpstr>Level 1: Metadata </vt:lpstr>
      <vt:lpstr>Level 2: Instructions</vt:lpstr>
      <vt:lpstr>Level 3+: Resources</vt:lpstr>
      <vt:lpstr>PowerPoint Presentation</vt:lpstr>
      <vt:lpstr>Example: Loading a PDF processing skill</vt:lpstr>
      <vt:lpstr>PowerPoint Presentation</vt:lpstr>
      <vt:lpstr>Skills structure</vt:lpstr>
      <vt:lpstr>Skills structure</vt:lpstr>
      <vt:lpstr>Skills structure</vt:lpstr>
      <vt:lpstr>How to write effective Skills </vt:lpstr>
      <vt:lpstr>Conciseness </vt:lpstr>
      <vt:lpstr>Degrees of Freedom</vt:lpstr>
      <vt:lpstr>Degrees of Freedom – High</vt:lpstr>
      <vt:lpstr>Degrees of Freedom – Medium</vt:lpstr>
      <vt:lpstr>Degrees of Freedom – Low</vt:lpstr>
      <vt:lpstr>Test with all models you plan to use</vt:lpstr>
      <vt:lpstr>Hands-on Session</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Zihao Liu</cp:lastModifiedBy>
  <cp:revision>7</cp:revision>
  <dcterms:modified xsi:type="dcterms:W3CDTF">2025-11-25T14:42:40Z</dcterms:modified>
</cp:coreProperties>
</file>